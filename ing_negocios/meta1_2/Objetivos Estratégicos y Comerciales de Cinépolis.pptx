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Unna" charset="-122" pitchFamily="34"/>
      <p:regular r:id="rId20"/>
    </p:embeddedFont>
    <p:embeddedFont>
      <p:font typeface="Oranienbaum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0df481ea6635c5cd1bd6d9207480cda56ddc3d3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1A1D24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576498" y="657754"/>
            <a:ext cx="3037417" cy="503767"/>
          </a:xfrm>
          <a:custGeom>
            <a:avLst/>
            <a:gdLst/>
            <a:ahLst/>
            <a:cxnLst/>
            <a:rect l="l" t="t" r="r" b="b"/>
            <a:pathLst>
              <a:path w="3037417" h="503767">
                <a:moveTo>
                  <a:pt x="251883" y="0"/>
                </a:moveTo>
                <a:lnTo>
                  <a:pt x="2785533" y="0"/>
                </a:lnTo>
                <a:cubicBezTo>
                  <a:pt x="2924645" y="0"/>
                  <a:pt x="3037417" y="112772"/>
                  <a:pt x="3037417" y="251883"/>
                </a:cubicBezTo>
                <a:lnTo>
                  <a:pt x="3037417" y="251883"/>
                </a:lnTo>
                <a:cubicBezTo>
                  <a:pt x="3037417" y="390995"/>
                  <a:pt x="2924645" y="503767"/>
                  <a:pt x="2785533" y="503767"/>
                </a:cubicBezTo>
                <a:lnTo>
                  <a:pt x="251883" y="503767"/>
                </a:lnTo>
                <a:cubicBezTo>
                  <a:pt x="112865" y="503767"/>
                  <a:pt x="0" y="390902"/>
                  <a:pt x="0" y="251883"/>
                </a:cubicBezTo>
                <a:lnTo>
                  <a:pt x="0" y="251883"/>
                </a:lnTo>
                <a:cubicBezTo>
                  <a:pt x="0" y="112865"/>
                  <a:pt x="112865" y="0"/>
                  <a:pt x="251883" y="0"/>
                </a:cubicBezTo>
                <a:close/>
              </a:path>
            </a:pathLst>
          </a:custGeom>
          <a:solidFill>
            <a:srgbClr val="C5A059">
              <a:alpha val="20000"/>
            </a:srgbClr>
          </a:solidFill>
          <a:ln w="11289">
            <a:solidFill>
              <a:srgbClr val="C5A059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66469" y="776288"/>
            <a:ext cx="265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spc="135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Organizacional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11470" y="1775354"/>
            <a:ext cx="8572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Objetivos Estratégicos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y Comerciales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0" y="4289954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C5A05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4887780" y="4651904"/>
            <a:ext cx="2419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C5A05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 Cinépolis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602309" y="5566304"/>
            <a:ext cx="69913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Declaración, aseguramiento y ejecución de objetivos organizacionales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50142" y="6229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1431" y="164306"/>
                </a:moveTo>
                <a:lnTo>
                  <a:pt x="21431" y="178594"/>
                </a:lnTo>
                <a:cubicBezTo>
                  <a:pt x="21431" y="182523"/>
                  <a:pt x="24646" y="185738"/>
                  <a:pt x="28575" y="185738"/>
                </a:cubicBezTo>
                <a:lnTo>
                  <a:pt x="42863" y="185738"/>
                </a:lnTo>
                <a:cubicBezTo>
                  <a:pt x="46792" y="185738"/>
                  <a:pt x="50006" y="182523"/>
                  <a:pt x="50006" y="178594"/>
                </a:cubicBezTo>
                <a:lnTo>
                  <a:pt x="50006" y="164306"/>
                </a:lnTo>
                <a:cubicBezTo>
                  <a:pt x="50006" y="160377"/>
                  <a:pt x="46792" y="157163"/>
                  <a:pt x="42863" y="157163"/>
                </a:cubicBezTo>
                <a:lnTo>
                  <a:pt x="28575" y="157163"/>
                </a:lnTo>
                <a:cubicBezTo>
                  <a:pt x="24646" y="157163"/>
                  <a:pt x="21431" y="160377"/>
                  <a:pt x="21431" y="164306"/>
                </a:cubicBezTo>
                <a:close/>
                <a:moveTo>
                  <a:pt x="157163" y="157163"/>
                </a:moveTo>
                <a:cubicBezTo>
                  <a:pt x="153233" y="157163"/>
                  <a:pt x="150019" y="160377"/>
                  <a:pt x="150019" y="164306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lnTo>
                  <a:pt x="171450" y="185738"/>
                </a:lnTo>
                <a:cubicBezTo>
                  <a:pt x="175379" y="185738"/>
                  <a:pt x="178594" y="182523"/>
                  <a:pt x="178594" y="178594"/>
                </a:cubicBezTo>
                <a:lnTo>
                  <a:pt x="178594" y="164306"/>
                </a:lnTo>
                <a:cubicBezTo>
                  <a:pt x="178594" y="160377"/>
                  <a:pt x="175379" y="157163"/>
                  <a:pt x="171450" y="157163"/>
                </a:cubicBezTo>
                <a:lnTo>
                  <a:pt x="157163" y="157163"/>
                </a:lnTo>
                <a:close/>
                <a:moveTo>
                  <a:pt x="21431" y="107156"/>
                </a:moveTo>
                <a:lnTo>
                  <a:pt x="21431" y="121444"/>
                </a:lnTo>
                <a:cubicBezTo>
                  <a:pt x="21431" y="125373"/>
                  <a:pt x="24646" y="128588"/>
                  <a:pt x="28575" y="128588"/>
                </a:cubicBezTo>
                <a:lnTo>
                  <a:pt x="42863" y="128588"/>
                </a:lnTo>
                <a:cubicBezTo>
                  <a:pt x="46792" y="128588"/>
                  <a:pt x="50006" y="125373"/>
                  <a:pt x="50006" y="121444"/>
                </a:cubicBezTo>
                <a:lnTo>
                  <a:pt x="50006" y="107156"/>
                </a:lnTo>
                <a:cubicBezTo>
                  <a:pt x="50006" y="103227"/>
                  <a:pt x="46792" y="100013"/>
                  <a:pt x="42863" y="100013"/>
                </a:cubicBezTo>
                <a:lnTo>
                  <a:pt x="28575" y="100013"/>
                </a:lnTo>
                <a:cubicBezTo>
                  <a:pt x="24646" y="100013"/>
                  <a:pt x="21431" y="103227"/>
                  <a:pt x="21431" y="107156"/>
                </a:cubicBezTo>
                <a:close/>
                <a:moveTo>
                  <a:pt x="157163" y="100013"/>
                </a:moveTo>
                <a:cubicBezTo>
                  <a:pt x="153233" y="100013"/>
                  <a:pt x="150019" y="103227"/>
                  <a:pt x="150019" y="107156"/>
                </a:cubicBezTo>
                <a:lnTo>
                  <a:pt x="150019" y="121444"/>
                </a:lnTo>
                <a:cubicBezTo>
                  <a:pt x="150019" y="125373"/>
                  <a:pt x="153233" y="128588"/>
                  <a:pt x="157163" y="128588"/>
                </a:cubicBezTo>
                <a:lnTo>
                  <a:pt x="171450" y="128588"/>
                </a:lnTo>
                <a:cubicBezTo>
                  <a:pt x="175379" y="128588"/>
                  <a:pt x="178594" y="125373"/>
                  <a:pt x="178594" y="121444"/>
                </a:cubicBezTo>
                <a:lnTo>
                  <a:pt x="178594" y="107156"/>
                </a:lnTo>
                <a:cubicBezTo>
                  <a:pt x="178594" y="103227"/>
                  <a:pt x="175379" y="100013"/>
                  <a:pt x="171450" y="100013"/>
                </a:cubicBezTo>
                <a:lnTo>
                  <a:pt x="157163" y="100013"/>
                </a:lnTo>
                <a:close/>
                <a:moveTo>
                  <a:pt x="21431" y="50006"/>
                </a:moveTo>
                <a:lnTo>
                  <a:pt x="21431" y="64294"/>
                </a:lnTo>
                <a:cubicBezTo>
                  <a:pt x="21431" y="68223"/>
                  <a:pt x="24646" y="71438"/>
                  <a:pt x="28575" y="71438"/>
                </a:cubicBezTo>
                <a:lnTo>
                  <a:pt x="42863" y="71438"/>
                </a:lnTo>
                <a:cubicBezTo>
                  <a:pt x="46792" y="71438"/>
                  <a:pt x="50006" y="68223"/>
                  <a:pt x="50006" y="64294"/>
                </a:cubicBezTo>
                <a:lnTo>
                  <a:pt x="50006" y="50006"/>
                </a:lnTo>
                <a:cubicBezTo>
                  <a:pt x="50006" y="46077"/>
                  <a:pt x="46792" y="42863"/>
                  <a:pt x="42863" y="42863"/>
                </a:cubicBezTo>
                <a:lnTo>
                  <a:pt x="28575" y="42863"/>
                </a:lnTo>
                <a:cubicBezTo>
                  <a:pt x="24646" y="42863"/>
                  <a:pt x="21431" y="46077"/>
                  <a:pt x="21431" y="50006"/>
                </a:cubicBezTo>
                <a:close/>
                <a:moveTo>
                  <a:pt x="157163" y="42863"/>
                </a:moveTo>
                <a:cubicBezTo>
                  <a:pt x="153233" y="42863"/>
                  <a:pt x="150019" y="46077"/>
                  <a:pt x="150019" y="50006"/>
                </a:cubicBezTo>
                <a:lnTo>
                  <a:pt x="150019" y="64294"/>
                </a:lnTo>
                <a:cubicBezTo>
                  <a:pt x="150019" y="68223"/>
                  <a:pt x="153233" y="71438"/>
                  <a:pt x="157163" y="71438"/>
                </a:cubicBezTo>
                <a:lnTo>
                  <a:pt x="171450" y="71438"/>
                </a:lnTo>
                <a:cubicBezTo>
                  <a:pt x="175379" y="71438"/>
                  <a:pt x="178594" y="68223"/>
                  <a:pt x="178594" y="64294"/>
                </a:cubicBezTo>
                <a:lnTo>
                  <a:pt x="178594" y="50006"/>
                </a:lnTo>
                <a:cubicBezTo>
                  <a:pt x="178594" y="46077"/>
                  <a:pt x="175379" y="42863"/>
                  <a:pt x="171450" y="42863"/>
                </a:cubicBezTo>
                <a:lnTo>
                  <a:pt x="157163" y="42863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1" name="Text 8"/>
          <p:cNvSpPr/>
          <p:nvPr/>
        </p:nvSpPr>
        <p:spPr>
          <a:xfrm>
            <a:off x="3607329" y="621030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Líder en Latinoamérica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72679" y="622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6144154" y="6210300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Países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89932" y="6229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9791" y="-11564"/>
                </a:moveTo>
                <a:cubicBezTo>
                  <a:pt x="103808" y="-15225"/>
                  <a:pt x="96262" y="-15225"/>
                  <a:pt x="90279" y="-11564"/>
                </a:cubicBezTo>
                <a:cubicBezTo>
                  <a:pt x="79385" y="-4911"/>
                  <a:pt x="72643" y="-3125"/>
                  <a:pt x="59874" y="-3393"/>
                </a:cubicBezTo>
                <a:cubicBezTo>
                  <a:pt x="52864" y="-3572"/>
                  <a:pt x="46345" y="223"/>
                  <a:pt x="42952" y="6385"/>
                </a:cubicBezTo>
                <a:cubicBezTo>
                  <a:pt x="36835" y="17591"/>
                  <a:pt x="31879" y="22547"/>
                  <a:pt x="20672" y="28664"/>
                </a:cubicBezTo>
                <a:cubicBezTo>
                  <a:pt x="14511" y="32013"/>
                  <a:pt x="10760" y="38576"/>
                  <a:pt x="10894" y="45586"/>
                </a:cubicBezTo>
                <a:cubicBezTo>
                  <a:pt x="11207" y="58356"/>
                  <a:pt x="9376" y="65097"/>
                  <a:pt x="2724" y="75992"/>
                </a:cubicBezTo>
                <a:cubicBezTo>
                  <a:pt x="-938" y="81975"/>
                  <a:pt x="-938" y="89520"/>
                  <a:pt x="2724" y="95503"/>
                </a:cubicBezTo>
                <a:cubicBezTo>
                  <a:pt x="9376" y="106397"/>
                  <a:pt x="11162" y="113139"/>
                  <a:pt x="10894" y="125909"/>
                </a:cubicBezTo>
                <a:cubicBezTo>
                  <a:pt x="10716" y="132918"/>
                  <a:pt x="14511" y="139437"/>
                  <a:pt x="20672" y="142830"/>
                </a:cubicBezTo>
                <a:cubicBezTo>
                  <a:pt x="30540" y="148233"/>
                  <a:pt x="35540" y="152698"/>
                  <a:pt x="40809" y="161359"/>
                </a:cubicBezTo>
                <a:lnTo>
                  <a:pt x="19065" y="204713"/>
                </a:lnTo>
                <a:cubicBezTo>
                  <a:pt x="16431" y="210026"/>
                  <a:pt x="18574" y="216456"/>
                  <a:pt x="23842" y="219090"/>
                </a:cubicBezTo>
                <a:lnTo>
                  <a:pt x="62240" y="238289"/>
                </a:lnTo>
                <a:cubicBezTo>
                  <a:pt x="67374" y="240834"/>
                  <a:pt x="73625" y="238914"/>
                  <a:pt x="76393" y="233913"/>
                </a:cubicBezTo>
                <a:lnTo>
                  <a:pt x="99968" y="191453"/>
                </a:lnTo>
                <a:lnTo>
                  <a:pt x="123542" y="233913"/>
                </a:lnTo>
                <a:cubicBezTo>
                  <a:pt x="126310" y="238914"/>
                  <a:pt x="132561" y="240878"/>
                  <a:pt x="137696" y="238289"/>
                </a:cubicBezTo>
                <a:lnTo>
                  <a:pt x="176093" y="219090"/>
                </a:lnTo>
                <a:cubicBezTo>
                  <a:pt x="181407" y="216456"/>
                  <a:pt x="183550" y="210026"/>
                  <a:pt x="180871" y="204713"/>
                </a:cubicBezTo>
                <a:lnTo>
                  <a:pt x="159172" y="161315"/>
                </a:lnTo>
                <a:cubicBezTo>
                  <a:pt x="164396" y="152653"/>
                  <a:pt x="169441" y="148188"/>
                  <a:pt x="179308" y="142786"/>
                </a:cubicBezTo>
                <a:cubicBezTo>
                  <a:pt x="185470" y="139437"/>
                  <a:pt x="189220" y="132874"/>
                  <a:pt x="189086" y="125864"/>
                </a:cubicBezTo>
                <a:cubicBezTo>
                  <a:pt x="188774" y="113094"/>
                  <a:pt x="190604" y="106353"/>
                  <a:pt x="197257" y="95458"/>
                </a:cubicBezTo>
                <a:cubicBezTo>
                  <a:pt x="200918" y="89475"/>
                  <a:pt x="200918" y="81930"/>
                  <a:pt x="197257" y="75947"/>
                </a:cubicBezTo>
                <a:cubicBezTo>
                  <a:pt x="190604" y="65053"/>
                  <a:pt x="188818" y="58311"/>
                  <a:pt x="189086" y="45541"/>
                </a:cubicBezTo>
                <a:cubicBezTo>
                  <a:pt x="189265" y="38532"/>
                  <a:pt x="185470" y="32013"/>
                  <a:pt x="179308" y="28620"/>
                </a:cubicBezTo>
                <a:cubicBezTo>
                  <a:pt x="168101" y="22503"/>
                  <a:pt x="163145" y="17547"/>
                  <a:pt x="157029" y="6340"/>
                </a:cubicBezTo>
                <a:cubicBezTo>
                  <a:pt x="153680" y="179"/>
                  <a:pt x="147117" y="-3572"/>
                  <a:pt x="140107" y="-3438"/>
                </a:cubicBezTo>
                <a:cubicBezTo>
                  <a:pt x="127337" y="-3125"/>
                  <a:pt x="120595" y="-4956"/>
                  <a:pt x="109701" y="-11609"/>
                </a:cubicBezTo>
                <a:close/>
                <a:moveTo>
                  <a:pt x="100013" y="42863"/>
                </a:moveTo>
                <a:cubicBezTo>
                  <a:pt x="123669" y="42863"/>
                  <a:pt x="142875" y="62069"/>
                  <a:pt x="142875" y="85725"/>
                </a:cubicBezTo>
                <a:cubicBezTo>
                  <a:pt x="142875" y="109381"/>
                  <a:pt x="123669" y="128588"/>
                  <a:pt x="100013" y="128588"/>
                </a:cubicBezTo>
                <a:cubicBezTo>
                  <a:pt x="76356" y="128588"/>
                  <a:pt x="57150" y="109381"/>
                  <a:pt x="57150" y="85725"/>
                </a:cubicBezTo>
                <a:cubicBezTo>
                  <a:pt x="57150" y="62069"/>
                  <a:pt x="76356" y="42863"/>
                  <a:pt x="100012" y="42863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5" name="Text 12"/>
          <p:cNvSpPr/>
          <p:nvPr/>
        </p:nvSpPr>
        <p:spPr>
          <a:xfrm>
            <a:off x="7647120" y="621030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3° a Nivel Mundial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478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385233" y="1813983"/>
            <a:ext cx="3647017" cy="4199467"/>
          </a:xfrm>
          <a:custGeom>
            <a:avLst/>
            <a:gdLst/>
            <a:ahLst/>
            <a:cxnLst/>
            <a:rect l="l" t="t" r="r" b="b"/>
            <a:pathLst>
              <a:path w="3647017" h="4199467">
                <a:moveTo>
                  <a:pt x="152409" y="0"/>
                </a:moveTo>
                <a:lnTo>
                  <a:pt x="3494608" y="0"/>
                </a:lnTo>
                <a:cubicBezTo>
                  <a:pt x="3578781" y="0"/>
                  <a:pt x="3647017" y="68236"/>
                  <a:pt x="3647017" y="152409"/>
                </a:cubicBezTo>
                <a:lnTo>
                  <a:pt x="3647017" y="4047058"/>
                </a:lnTo>
                <a:cubicBezTo>
                  <a:pt x="3647017" y="4131231"/>
                  <a:pt x="3578781" y="4199467"/>
                  <a:pt x="3494608" y="4199467"/>
                </a:cubicBezTo>
                <a:lnTo>
                  <a:pt x="152409" y="4199467"/>
                </a:lnTo>
                <a:cubicBezTo>
                  <a:pt x="68236" y="4199467"/>
                  <a:pt x="0" y="4131231"/>
                  <a:pt x="0" y="4047058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267" y="212301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Text 5"/>
          <p:cNvSpPr/>
          <p:nvPr/>
        </p:nvSpPr>
        <p:spPr>
          <a:xfrm>
            <a:off x="608542" y="2123017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267" y="3113617"/>
            <a:ext cx="3171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Declaración de Objetivos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267" y="3608917"/>
            <a:ext cx="31146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Filosofía corporativa, misión oficial y fundamentos estratégicos que guían a la organización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8079" y="54969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1" name="Text 9"/>
          <p:cNvSpPr/>
          <p:nvPr/>
        </p:nvSpPr>
        <p:spPr>
          <a:xfrm>
            <a:off x="1046692" y="5477933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Misión y Visión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1433" y="1813983"/>
            <a:ext cx="3647017" cy="4199467"/>
          </a:xfrm>
          <a:custGeom>
            <a:avLst/>
            <a:gdLst/>
            <a:ahLst/>
            <a:cxnLst/>
            <a:rect l="l" t="t" r="r" b="b"/>
            <a:pathLst>
              <a:path w="3647017" h="4199467">
                <a:moveTo>
                  <a:pt x="152409" y="0"/>
                </a:moveTo>
                <a:lnTo>
                  <a:pt x="3494608" y="0"/>
                </a:lnTo>
                <a:cubicBezTo>
                  <a:pt x="3578781" y="0"/>
                  <a:pt x="3647017" y="68236"/>
                  <a:pt x="3647017" y="152409"/>
                </a:cubicBezTo>
                <a:lnTo>
                  <a:pt x="3647017" y="4047058"/>
                </a:lnTo>
                <a:cubicBezTo>
                  <a:pt x="3647017" y="4131231"/>
                  <a:pt x="3578781" y="4199467"/>
                  <a:pt x="3494608" y="4199467"/>
                </a:cubicBezTo>
                <a:lnTo>
                  <a:pt x="152409" y="4199467"/>
                </a:lnTo>
                <a:cubicBezTo>
                  <a:pt x="68236" y="4199467"/>
                  <a:pt x="0" y="4131231"/>
                  <a:pt x="0" y="4047058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0467" y="212301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4" name="Text 12"/>
          <p:cNvSpPr/>
          <p:nvPr/>
        </p:nvSpPr>
        <p:spPr>
          <a:xfrm>
            <a:off x="4494742" y="2123017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0467" y="3113617"/>
            <a:ext cx="3171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Objetivos Estratégicos Clave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0467" y="3951817"/>
            <a:ext cx="31146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Expansión geográfica, innovación en formatos, transformación digital y diversificación de ingresos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28092" y="549698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-11906"/>
                </a:moveTo>
                <a:cubicBezTo>
                  <a:pt x="110877" y="-11906"/>
                  <a:pt x="142875" y="20092"/>
                  <a:pt x="142875" y="59531"/>
                </a:cubicBezTo>
                <a:lnTo>
                  <a:pt x="142875" y="109203"/>
                </a:lnTo>
                <a:cubicBezTo>
                  <a:pt x="142875" y="115528"/>
                  <a:pt x="140345" y="121555"/>
                  <a:pt x="135917" y="126020"/>
                </a:cubicBezTo>
                <a:lnTo>
                  <a:pt x="119063" y="142875"/>
                </a:lnTo>
                <a:lnTo>
                  <a:pt x="137964" y="161739"/>
                </a:lnTo>
                <a:cubicBezTo>
                  <a:pt x="141126" y="164902"/>
                  <a:pt x="142875" y="169180"/>
                  <a:pt x="142875" y="173645"/>
                </a:cubicBezTo>
                <a:cubicBezTo>
                  <a:pt x="142875" y="182947"/>
                  <a:pt x="135322" y="190463"/>
                  <a:pt x="126057" y="190500"/>
                </a:cubicBezTo>
                <a:lnTo>
                  <a:pt x="16855" y="190500"/>
                </a:lnTo>
                <a:cubicBezTo>
                  <a:pt x="7553" y="190500"/>
                  <a:pt x="37" y="182947"/>
                  <a:pt x="37" y="173645"/>
                </a:cubicBezTo>
                <a:cubicBezTo>
                  <a:pt x="37" y="169180"/>
                  <a:pt x="1823" y="164902"/>
                  <a:pt x="4949" y="161739"/>
                </a:cubicBezTo>
                <a:lnTo>
                  <a:pt x="23812" y="142875"/>
                </a:lnTo>
                <a:lnTo>
                  <a:pt x="23812" y="130001"/>
                </a:lnTo>
                <a:cubicBezTo>
                  <a:pt x="23812" y="123044"/>
                  <a:pt x="26863" y="116458"/>
                  <a:pt x="32110" y="111919"/>
                </a:cubicBezTo>
                <a:lnTo>
                  <a:pt x="65484" y="83344"/>
                </a:lnTo>
                <a:lnTo>
                  <a:pt x="47625" y="83344"/>
                </a:lnTo>
                <a:lnTo>
                  <a:pt x="43123" y="87846"/>
                </a:lnTo>
                <a:cubicBezTo>
                  <a:pt x="38398" y="92571"/>
                  <a:pt x="31961" y="95250"/>
                  <a:pt x="25264" y="95250"/>
                </a:cubicBezTo>
                <a:cubicBezTo>
                  <a:pt x="11311" y="95250"/>
                  <a:pt x="0" y="83939"/>
                  <a:pt x="0" y="69986"/>
                </a:cubicBezTo>
                <a:lnTo>
                  <a:pt x="0" y="66749"/>
                </a:lnTo>
                <a:cubicBezTo>
                  <a:pt x="0" y="58266"/>
                  <a:pt x="3051" y="50043"/>
                  <a:pt x="8595" y="43569"/>
                </a:cubicBezTo>
                <a:lnTo>
                  <a:pt x="35719" y="11906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lnTo>
                  <a:pt x="71438" y="-11906"/>
                </a:lnTo>
                <a:close/>
                <a:moveTo>
                  <a:pt x="59531" y="26789"/>
                </a:moveTo>
                <a:cubicBezTo>
                  <a:pt x="54603" y="26789"/>
                  <a:pt x="50602" y="30790"/>
                  <a:pt x="50602" y="35719"/>
                </a:cubicBezTo>
                <a:cubicBezTo>
                  <a:pt x="50602" y="40647"/>
                  <a:pt x="54603" y="44648"/>
                  <a:pt x="59531" y="44648"/>
                </a:cubicBezTo>
                <a:cubicBezTo>
                  <a:pt x="64460" y="44648"/>
                  <a:pt x="68461" y="40647"/>
                  <a:pt x="68461" y="35719"/>
                </a:cubicBezTo>
                <a:cubicBezTo>
                  <a:pt x="68461" y="30790"/>
                  <a:pt x="64460" y="26789"/>
                  <a:pt x="59531" y="2678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2892" y="5477933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Objetivos Principales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7633" y="1813983"/>
            <a:ext cx="3647017" cy="4199467"/>
          </a:xfrm>
          <a:custGeom>
            <a:avLst/>
            <a:gdLst/>
            <a:ahLst/>
            <a:cxnLst/>
            <a:rect l="l" t="t" r="r" b="b"/>
            <a:pathLst>
              <a:path w="3647017" h="4199467">
                <a:moveTo>
                  <a:pt x="152409" y="0"/>
                </a:moveTo>
                <a:lnTo>
                  <a:pt x="3494608" y="0"/>
                </a:lnTo>
                <a:cubicBezTo>
                  <a:pt x="3578781" y="0"/>
                  <a:pt x="3647017" y="68236"/>
                  <a:pt x="3647017" y="152409"/>
                </a:cubicBezTo>
                <a:lnTo>
                  <a:pt x="3647017" y="4047058"/>
                </a:lnTo>
                <a:cubicBezTo>
                  <a:pt x="3647017" y="4131231"/>
                  <a:pt x="3578781" y="4199467"/>
                  <a:pt x="3494608" y="4199467"/>
                </a:cubicBezTo>
                <a:lnTo>
                  <a:pt x="152409" y="4199467"/>
                </a:lnTo>
                <a:cubicBezTo>
                  <a:pt x="68236" y="4199467"/>
                  <a:pt x="0" y="4131231"/>
                  <a:pt x="0" y="4047058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6667" y="2123017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1" name="Text 19"/>
          <p:cNvSpPr/>
          <p:nvPr/>
        </p:nvSpPr>
        <p:spPr>
          <a:xfrm>
            <a:off x="8380942" y="2123017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66667" y="3113617"/>
            <a:ext cx="3171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Aseguramiento de Objetivos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66667" y="3951817"/>
            <a:ext cx="31146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de gestión: Balanced Scorecard, métricas cuantificables y adaptación local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90479" y="54969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5" name="Text 23"/>
          <p:cNvSpPr/>
          <p:nvPr/>
        </p:nvSpPr>
        <p:spPr>
          <a:xfrm>
            <a:off x="8819092" y="5477933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Mecanismos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16917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7" name="Text 25"/>
          <p:cNvSpPr/>
          <p:nvPr/>
        </p:nvSpPr>
        <p:spPr>
          <a:xfrm>
            <a:off x="4445529" y="62484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Duración estimada: 20 minutos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3238" y="6267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6555" y="95250"/>
                </a:moveTo>
                <a:cubicBezTo>
                  <a:pt x="51606" y="95250"/>
                  <a:pt x="47625" y="99231"/>
                  <a:pt x="47625" y="104180"/>
                </a:cubicBezTo>
                <a:lnTo>
                  <a:pt x="47625" y="157758"/>
                </a:lnTo>
                <a:cubicBezTo>
                  <a:pt x="47625" y="162706"/>
                  <a:pt x="51606" y="166688"/>
                  <a:pt x="56555" y="166688"/>
                </a:cubicBezTo>
                <a:cubicBezTo>
                  <a:pt x="61503" y="166688"/>
                  <a:pt x="65484" y="162706"/>
                  <a:pt x="65484" y="157758"/>
                </a:cubicBezTo>
                <a:lnTo>
                  <a:pt x="65484" y="148828"/>
                </a:lnTo>
                <a:lnTo>
                  <a:pt x="74414" y="148828"/>
                </a:lnTo>
                <a:cubicBezTo>
                  <a:pt x="89222" y="148828"/>
                  <a:pt x="101203" y="136847"/>
                  <a:pt x="101203" y="122039"/>
                </a:cubicBezTo>
                <a:cubicBezTo>
                  <a:pt x="101203" y="107231"/>
                  <a:pt x="89222" y="95250"/>
                  <a:pt x="74414" y="95250"/>
                </a:cubicBezTo>
                <a:lnTo>
                  <a:pt x="56555" y="95250"/>
                </a:lnTo>
                <a:close/>
                <a:moveTo>
                  <a:pt x="74414" y="130969"/>
                </a:moveTo>
                <a:lnTo>
                  <a:pt x="65484" y="130969"/>
                </a:lnTo>
                <a:lnTo>
                  <a:pt x="65484" y="113109"/>
                </a:lnTo>
                <a:lnTo>
                  <a:pt x="74414" y="113109"/>
                </a:lnTo>
                <a:cubicBezTo>
                  <a:pt x="79363" y="113109"/>
                  <a:pt x="83344" y="117091"/>
                  <a:pt x="83344" y="122039"/>
                </a:cubicBezTo>
                <a:cubicBezTo>
                  <a:pt x="83344" y="126988"/>
                  <a:pt x="79363" y="130969"/>
                  <a:pt x="74414" y="13096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7158038" y="62484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diapositivas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Fundamentos Estratégicos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Declaración de Objetivos: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La Filosofía Corporativa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981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397933" y="2247900"/>
            <a:ext cx="6141508" cy="2114550"/>
          </a:xfrm>
          <a:custGeom>
            <a:avLst/>
            <a:gdLst/>
            <a:ahLst/>
            <a:cxnLst/>
            <a:rect l="l" t="t" r="r" b="b"/>
            <a:pathLst>
              <a:path w="6141508" h="2114550">
                <a:moveTo>
                  <a:pt x="33867" y="0"/>
                </a:moveTo>
                <a:lnTo>
                  <a:pt x="6027217" y="0"/>
                </a:lnTo>
                <a:cubicBezTo>
                  <a:pt x="6090338" y="0"/>
                  <a:pt x="6141508" y="51170"/>
                  <a:pt x="6141508" y="114291"/>
                </a:cubicBezTo>
                <a:lnTo>
                  <a:pt x="6141508" y="2000259"/>
                </a:lnTo>
                <a:cubicBezTo>
                  <a:pt x="6141508" y="2063380"/>
                  <a:pt x="6090338" y="2114550"/>
                  <a:pt x="6027217" y="2114550"/>
                </a:cubicBezTo>
                <a:lnTo>
                  <a:pt x="33867" y="2114550"/>
                </a:lnTo>
                <a:cubicBezTo>
                  <a:pt x="15163" y="2114550"/>
                  <a:pt x="0" y="2099387"/>
                  <a:pt x="0" y="20806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C5A0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7933" y="2247900"/>
            <a:ext cx="33867" cy="2114550"/>
          </a:xfrm>
          <a:custGeom>
            <a:avLst/>
            <a:gdLst/>
            <a:ahLst/>
            <a:cxnLst/>
            <a:rect l="l" t="t" r="r" b="b"/>
            <a:pathLst>
              <a:path w="33867" h="2114550">
                <a:moveTo>
                  <a:pt x="33867" y="0"/>
                </a:moveTo>
                <a:lnTo>
                  <a:pt x="33867" y="0"/>
                </a:lnTo>
                <a:lnTo>
                  <a:pt x="33867" y="2114550"/>
                </a:lnTo>
                <a:lnTo>
                  <a:pt x="33867" y="2114550"/>
                </a:lnTo>
                <a:cubicBezTo>
                  <a:pt x="15163" y="2114550"/>
                  <a:pt x="0" y="2099387"/>
                  <a:pt x="0" y="20806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643467" y="2476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8" name="Shape 6"/>
          <p:cNvSpPr/>
          <p:nvPr/>
        </p:nvSpPr>
        <p:spPr>
          <a:xfrm>
            <a:off x="810154" y="2628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1329267" y="2476500"/>
            <a:ext cx="5095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5A05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Misión Oficial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9267" y="2895467"/>
            <a:ext cx="50768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"Ser la mejor opción de entretenimiento, fortaleciendo nuestro liderazgo en la industria cinematográfica a nivel internacional, ofreciendo diversión, innovación y servicio estelar."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233" y="4557051"/>
            <a:ext cx="6152092" cy="2065867"/>
          </a:xfrm>
          <a:custGeom>
            <a:avLst/>
            <a:gdLst/>
            <a:ahLst/>
            <a:cxnLst/>
            <a:rect l="l" t="t" r="r" b="b"/>
            <a:pathLst>
              <a:path w="6152092" h="2065867">
                <a:moveTo>
                  <a:pt x="114304" y="0"/>
                </a:moveTo>
                <a:lnTo>
                  <a:pt x="6037787" y="0"/>
                </a:lnTo>
                <a:cubicBezTo>
                  <a:pt x="6100916" y="0"/>
                  <a:pt x="6152092" y="51176"/>
                  <a:pt x="6152092" y="114304"/>
                </a:cubicBezTo>
                <a:lnTo>
                  <a:pt x="6152092" y="1951562"/>
                </a:lnTo>
                <a:cubicBezTo>
                  <a:pt x="6152092" y="2014691"/>
                  <a:pt x="6100916" y="2065867"/>
                  <a:pt x="6037787" y="2065867"/>
                </a:cubicBezTo>
                <a:lnTo>
                  <a:pt x="114304" y="2065867"/>
                </a:lnTo>
                <a:cubicBezTo>
                  <a:pt x="51176" y="2065867"/>
                  <a:pt x="0" y="2014691"/>
                  <a:pt x="0" y="19515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879" y="48469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856192" y="4789884"/>
            <a:ext cx="556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Componentes de la Declaración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067" y="52469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59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5223" y="535172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6" name="Text 14"/>
          <p:cNvSpPr/>
          <p:nvPr/>
        </p:nvSpPr>
        <p:spPr>
          <a:xfrm>
            <a:off x="1113367" y="5246952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3367" y="5513652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 cinematográfica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37611" y="52469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59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44768" y="535172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0" name="Text 18"/>
          <p:cNvSpPr/>
          <p:nvPr/>
        </p:nvSpPr>
        <p:spPr>
          <a:xfrm>
            <a:off x="4032911" y="5246952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32911" y="5513652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Liderazgo y excelencia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067" y="58946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59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5223" y="599942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8652" y="66872"/>
                </a:moveTo>
                <a:lnTo>
                  <a:pt x="28999" y="77219"/>
                </a:lnTo>
                <a:cubicBezTo>
                  <a:pt x="31008" y="79229"/>
                  <a:pt x="33721" y="80367"/>
                  <a:pt x="36567" y="80367"/>
                </a:cubicBezTo>
                <a:lnTo>
                  <a:pt x="43767" y="80367"/>
                </a:lnTo>
                <a:cubicBezTo>
                  <a:pt x="46613" y="80367"/>
                  <a:pt x="49325" y="81506"/>
                  <a:pt x="51335" y="83515"/>
                </a:cubicBezTo>
                <a:lnTo>
                  <a:pt x="61146" y="93326"/>
                </a:lnTo>
                <a:cubicBezTo>
                  <a:pt x="63155" y="95336"/>
                  <a:pt x="64294" y="98048"/>
                  <a:pt x="64294" y="100894"/>
                </a:cubicBezTo>
                <a:lnTo>
                  <a:pt x="64294" y="113452"/>
                </a:lnTo>
                <a:cubicBezTo>
                  <a:pt x="64294" y="116298"/>
                  <a:pt x="65432" y="119010"/>
                  <a:pt x="67441" y="121020"/>
                </a:cubicBezTo>
                <a:lnTo>
                  <a:pt x="71895" y="125473"/>
                </a:lnTo>
                <a:cubicBezTo>
                  <a:pt x="73904" y="127482"/>
                  <a:pt x="75043" y="130195"/>
                  <a:pt x="75043" y="133041"/>
                </a:cubicBezTo>
                <a:lnTo>
                  <a:pt x="75043" y="139303"/>
                </a:lnTo>
                <a:cubicBezTo>
                  <a:pt x="75043" y="145230"/>
                  <a:pt x="79831" y="150019"/>
                  <a:pt x="85758" y="150019"/>
                </a:cubicBezTo>
                <a:cubicBezTo>
                  <a:pt x="91686" y="150019"/>
                  <a:pt x="96474" y="145230"/>
                  <a:pt x="96474" y="139303"/>
                </a:cubicBezTo>
                <a:lnTo>
                  <a:pt x="96474" y="138399"/>
                </a:lnTo>
                <a:cubicBezTo>
                  <a:pt x="96474" y="135553"/>
                  <a:pt x="97613" y="132840"/>
                  <a:pt x="99622" y="130831"/>
                </a:cubicBezTo>
                <a:lnTo>
                  <a:pt x="114791" y="115662"/>
                </a:lnTo>
                <a:cubicBezTo>
                  <a:pt x="116800" y="113653"/>
                  <a:pt x="117939" y="110940"/>
                  <a:pt x="117939" y="108094"/>
                </a:cubicBezTo>
                <a:lnTo>
                  <a:pt x="117939" y="96474"/>
                </a:lnTo>
                <a:cubicBezTo>
                  <a:pt x="117939" y="90547"/>
                  <a:pt x="113150" y="85758"/>
                  <a:pt x="107223" y="85758"/>
                </a:cubicBezTo>
                <a:lnTo>
                  <a:pt x="79530" y="85758"/>
                </a:lnTo>
                <a:cubicBezTo>
                  <a:pt x="76684" y="85758"/>
                  <a:pt x="73971" y="84620"/>
                  <a:pt x="71962" y="82611"/>
                </a:cubicBezTo>
                <a:lnTo>
                  <a:pt x="66604" y="77253"/>
                </a:lnTo>
                <a:cubicBezTo>
                  <a:pt x="65198" y="75847"/>
                  <a:pt x="64394" y="73904"/>
                  <a:pt x="64394" y="71895"/>
                </a:cubicBezTo>
                <a:cubicBezTo>
                  <a:pt x="64394" y="67709"/>
                  <a:pt x="67776" y="64327"/>
                  <a:pt x="71962" y="64327"/>
                </a:cubicBezTo>
                <a:lnTo>
                  <a:pt x="83582" y="64327"/>
                </a:lnTo>
                <a:cubicBezTo>
                  <a:pt x="87768" y="64327"/>
                  <a:pt x="91150" y="60945"/>
                  <a:pt x="91150" y="56759"/>
                </a:cubicBezTo>
                <a:cubicBezTo>
                  <a:pt x="91150" y="54750"/>
                  <a:pt x="90346" y="52808"/>
                  <a:pt x="88940" y="51402"/>
                </a:cubicBezTo>
                <a:lnTo>
                  <a:pt x="82343" y="44805"/>
                </a:lnTo>
                <a:cubicBezTo>
                  <a:pt x="81037" y="43532"/>
                  <a:pt x="80367" y="41891"/>
                  <a:pt x="80367" y="40184"/>
                </a:cubicBezTo>
                <a:cubicBezTo>
                  <a:pt x="80367" y="38476"/>
                  <a:pt x="81037" y="36835"/>
                  <a:pt x="82276" y="35596"/>
                </a:cubicBezTo>
                <a:lnTo>
                  <a:pt x="88069" y="29803"/>
                </a:lnTo>
                <a:cubicBezTo>
                  <a:pt x="90011" y="27861"/>
                  <a:pt x="91116" y="25215"/>
                  <a:pt x="91116" y="22469"/>
                </a:cubicBezTo>
                <a:cubicBezTo>
                  <a:pt x="91116" y="20058"/>
                  <a:pt x="90313" y="17882"/>
                  <a:pt x="88973" y="16140"/>
                </a:cubicBezTo>
                <a:cubicBezTo>
                  <a:pt x="87902" y="16107"/>
                  <a:pt x="86830" y="16073"/>
                  <a:pt x="85758" y="16073"/>
                </a:cubicBezTo>
                <a:cubicBezTo>
                  <a:pt x="53813" y="16073"/>
                  <a:pt x="26923" y="37572"/>
                  <a:pt x="18685" y="66872"/>
                </a:cubicBezTo>
                <a:close/>
                <a:moveTo>
                  <a:pt x="155377" y="85725"/>
                </a:moveTo>
                <a:cubicBezTo>
                  <a:pt x="155377" y="74139"/>
                  <a:pt x="152564" y="63222"/>
                  <a:pt x="147541" y="53645"/>
                </a:cubicBezTo>
                <a:cubicBezTo>
                  <a:pt x="145398" y="53946"/>
                  <a:pt x="143288" y="54951"/>
                  <a:pt x="141547" y="56692"/>
                </a:cubicBezTo>
                <a:lnTo>
                  <a:pt x="137060" y="61180"/>
                </a:lnTo>
                <a:cubicBezTo>
                  <a:pt x="135050" y="63189"/>
                  <a:pt x="133912" y="65901"/>
                  <a:pt x="133912" y="68747"/>
                </a:cubicBezTo>
                <a:lnTo>
                  <a:pt x="133912" y="80367"/>
                </a:lnTo>
                <a:cubicBezTo>
                  <a:pt x="133912" y="86294"/>
                  <a:pt x="138700" y="91083"/>
                  <a:pt x="144627" y="91083"/>
                </a:cubicBezTo>
                <a:lnTo>
                  <a:pt x="152698" y="91083"/>
                </a:lnTo>
                <a:cubicBezTo>
                  <a:pt x="153535" y="91083"/>
                  <a:pt x="154372" y="90982"/>
                  <a:pt x="155142" y="90815"/>
                </a:cubicBezTo>
                <a:cubicBezTo>
                  <a:pt x="155276" y="89141"/>
                  <a:pt x="155310" y="87433"/>
                  <a:pt x="155310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4" name="Text 22"/>
          <p:cNvSpPr/>
          <p:nvPr/>
        </p:nvSpPr>
        <p:spPr>
          <a:xfrm>
            <a:off x="1113367" y="5894652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Alcance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3367" y="6161352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Nivel internacional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37611" y="58946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59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34052" y="599942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4032911" y="5894652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Diferenciadores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32911" y="6161352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Diversión, innovación, servicio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74656" y="2252133"/>
            <a:ext cx="5028142" cy="3037417"/>
          </a:xfrm>
          <a:custGeom>
            <a:avLst/>
            <a:gdLst/>
            <a:ahLst/>
            <a:cxnLst/>
            <a:rect l="l" t="t" r="r" b="b"/>
            <a:pathLst>
              <a:path w="5028142" h="3037417">
                <a:moveTo>
                  <a:pt x="114298" y="0"/>
                </a:moveTo>
                <a:lnTo>
                  <a:pt x="4913844" y="0"/>
                </a:lnTo>
                <a:cubicBezTo>
                  <a:pt x="4976969" y="0"/>
                  <a:pt x="5028142" y="51173"/>
                  <a:pt x="5028142" y="114298"/>
                </a:cubicBezTo>
                <a:lnTo>
                  <a:pt x="5028142" y="2923119"/>
                </a:lnTo>
                <a:cubicBezTo>
                  <a:pt x="5028142" y="2986244"/>
                  <a:pt x="4976969" y="3037417"/>
                  <a:pt x="4913844" y="3037417"/>
                </a:cubicBezTo>
                <a:lnTo>
                  <a:pt x="114298" y="3037417"/>
                </a:lnTo>
                <a:cubicBezTo>
                  <a:pt x="51173" y="3037417"/>
                  <a:pt x="0" y="2986244"/>
                  <a:pt x="0" y="292311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5115" y="254198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2" name="Text 30"/>
          <p:cNvSpPr/>
          <p:nvPr/>
        </p:nvSpPr>
        <p:spPr>
          <a:xfrm>
            <a:off x="7245615" y="2484967"/>
            <a:ext cx="443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Base para la Estrategia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07490" y="2980134"/>
            <a:ext cx="4648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misión corporativa es el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sobre el cual se construyen todas las estrategias comerciales de Cinépolis.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31302" y="376594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7336102" y="3727847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propósito claro y ambicioso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31302" y="410884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7336102" y="4070747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Establece diferenciadores competitivos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31302" y="445174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9" name="Text 37"/>
          <p:cNvSpPr/>
          <p:nvPr/>
        </p:nvSpPr>
        <p:spPr>
          <a:xfrm>
            <a:off x="7336102" y="4413647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Guía decisiones estratégicas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31302" y="479464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7336102" y="4756547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Comunica valor a stakeholders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74656" y="5490368"/>
            <a:ext cx="5028142" cy="1132417"/>
          </a:xfrm>
          <a:custGeom>
            <a:avLst/>
            <a:gdLst/>
            <a:ahLst/>
            <a:cxnLst/>
            <a:rect l="l" t="t" r="r" b="b"/>
            <a:pathLst>
              <a:path w="5028142" h="1132417">
                <a:moveTo>
                  <a:pt x="114295" y="0"/>
                </a:moveTo>
                <a:lnTo>
                  <a:pt x="4913847" y="0"/>
                </a:lnTo>
                <a:cubicBezTo>
                  <a:pt x="4976970" y="0"/>
                  <a:pt x="5028142" y="51172"/>
                  <a:pt x="5028142" y="114295"/>
                </a:cubicBezTo>
                <a:lnTo>
                  <a:pt x="5028142" y="1018122"/>
                </a:lnTo>
                <a:cubicBezTo>
                  <a:pt x="5028142" y="1081245"/>
                  <a:pt x="4976970" y="1132417"/>
                  <a:pt x="4913847" y="1132417"/>
                </a:cubicBezTo>
                <a:lnTo>
                  <a:pt x="114295" y="1132417"/>
                </a:lnTo>
                <a:cubicBezTo>
                  <a:pt x="51172" y="1132417"/>
                  <a:pt x="0" y="1081245"/>
                  <a:pt x="0" y="1018122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36052" y="591370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4" name="Text 42"/>
          <p:cNvSpPr/>
          <p:nvPr/>
        </p:nvSpPr>
        <p:spPr>
          <a:xfrm>
            <a:off x="7344172" y="5685102"/>
            <a:ext cx="434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 clave: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Todos los objetivos estratégicos se alinean directamente con los tres pilares: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diversión, innovación y servicio estelar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90625" cy="419100"/>
          </a:xfrm>
          <a:custGeom>
            <a:avLst/>
            <a:gdLst/>
            <a:ahLst/>
            <a:cxnLst/>
            <a:rect l="l" t="t" r="r" b="b"/>
            <a:pathLst>
              <a:path w="1190625" h="419100">
                <a:moveTo>
                  <a:pt x="76201" y="0"/>
                </a:moveTo>
                <a:lnTo>
                  <a:pt x="1114424" y="0"/>
                </a:lnTo>
                <a:cubicBezTo>
                  <a:pt x="1156509" y="0"/>
                  <a:pt x="1190625" y="34116"/>
                  <a:pt x="1190625" y="76201"/>
                </a:cubicBezTo>
                <a:lnTo>
                  <a:pt x="1190625" y="342899"/>
                </a:lnTo>
                <a:cubicBezTo>
                  <a:pt x="1190625" y="384984"/>
                  <a:pt x="1156509" y="419100"/>
                  <a:pt x="11144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91068"/>
            <a:ext cx="972344" cy="19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OBJETIVO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24819" y="476250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Crecimiento Internacional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Expansión Geográfica Internacional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24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397933" y="1790700"/>
            <a:ext cx="5579533" cy="2705100"/>
          </a:xfrm>
          <a:custGeom>
            <a:avLst/>
            <a:gdLst/>
            <a:ahLst/>
            <a:cxnLst/>
            <a:rect l="l" t="t" r="r" b="b"/>
            <a:pathLst>
              <a:path w="5579533" h="2705100">
                <a:moveTo>
                  <a:pt x="33867" y="0"/>
                </a:moveTo>
                <a:lnTo>
                  <a:pt x="5465243" y="0"/>
                </a:lnTo>
                <a:cubicBezTo>
                  <a:pt x="5528364" y="0"/>
                  <a:pt x="5579533" y="51170"/>
                  <a:pt x="5579533" y="114290"/>
                </a:cubicBezTo>
                <a:lnTo>
                  <a:pt x="5579533" y="2590810"/>
                </a:lnTo>
                <a:cubicBezTo>
                  <a:pt x="5579533" y="2653930"/>
                  <a:pt x="5528364" y="2705100"/>
                  <a:pt x="5465243" y="2705100"/>
                </a:cubicBezTo>
                <a:lnTo>
                  <a:pt x="33867" y="2705100"/>
                </a:lnTo>
                <a:cubicBezTo>
                  <a:pt x="15163" y="2705100"/>
                  <a:pt x="0" y="2689937"/>
                  <a:pt x="0" y="26712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C5A0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97933" y="1790700"/>
            <a:ext cx="33867" cy="2705100"/>
          </a:xfrm>
          <a:custGeom>
            <a:avLst/>
            <a:gdLst/>
            <a:ahLst/>
            <a:cxnLst/>
            <a:rect l="l" t="t" r="r" b="b"/>
            <a:pathLst>
              <a:path w="33867" h="2705100">
                <a:moveTo>
                  <a:pt x="33867" y="0"/>
                </a:moveTo>
                <a:lnTo>
                  <a:pt x="33867" y="0"/>
                </a:lnTo>
                <a:lnTo>
                  <a:pt x="33867" y="2705100"/>
                </a:lnTo>
                <a:lnTo>
                  <a:pt x="33867" y="2705100"/>
                </a:lnTo>
                <a:cubicBezTo>
                  <a:pt x="15163" y="2705100"/>
                  <a:pt x="0" y="2689937"/>
                  <a:pt x="0" y="26712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9" name="Shape 7"/>
          <p:cNvSpPr/>
          <p:nvPr/>
        </p:nvSpPr>
        <p:spPr>
          <a:xfrm>
            <a:off x="667279" y="207631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881592" y="2019300"/>
            <a:ext cx="498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Transformación Global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467" y="2476367"/>
            <a:ext cx="5191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Cinépolis pasó de ser una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pequeña cadena en México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convertirse en la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compañía cinematográfica más grande de América Latina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la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tercera a nivel mundial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3467" y="3464586"/>
            <a:ext cx="1628775" cy="800100"/>
          </a:xfrm>
          <a:custGeom>
            <a:avLst/>
            <a:gdLst/>
            <a:ahLst/>
            <a:cxnLst/>
            <a:rect l="l" t="t" r="r" b="b"/>
            <a:pathLst>
              <a:path w="1628775" h="800100">
                <a:moveTo>
                  <a:pt x="76202" y="0"/>
                </a:moveTo>
                <a:lnTo>
                  <a:pt x="1552573" y="0"/>
                </a:lnTo>
                <a:cubicBezTo>
                  <a:pt x="1594658" y="0"/>
                  <a:pt x="1628775" y="34117"/>
                  <a:pt x="1628775" y="76202"/>
                </a:cubicBezTo>
                <a:lnTo>
                  <a:pt x="1628775" y="723898"/>
                </a:lnTo>
                <a:cubicBezTo>
                  <a:pt x="1628775" y="765955"/>
                  <a:pt x="1594630" y="800100"/>
                  <a:pt x="15525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2042" y="3578886"/>
            <a:ext cx="157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4429" y="3959886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Países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84690" y="3464586"/>
            <a:ext cx="1628775" cy="800100"/>
          </a:xfrm>
          <a:custGeom>
            <a:avLst/>
            <a:gdLst/>
            <a:ahLst/>
            <a:cxnLst/>
            <a:rect l="l" t="t" r="r" b="b"/>
            <a:pathLst>
              <a:path w="1628775" h="800100">
                <a:moveTo>
                  <a:pt x="76202" y="0"/>
                </a:moveTo>
                <a:lnTo>
                  <a:pt x="1552573" y="0"/>
                </a:lnTo>
                <a:cubicBezTo>
                  <a:pt x="1594658" y="0"/>
                  <a:pt x="1628775" y="34117"/>
                  <a:pt x="1628775" y="76202"/>
                </a:cubicBezTo>
                <a:lnTo>
                  <a:pt x="1628775" y="723898"/>
                </a:lnTo>
                <a:cubicBezTo>
                  <a:pt x="1628775" y="765955"/>
                  <a:pt x="1594630" y="800100"/>
                  <a:pt x="15525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413265" y="3578886"/>
            <a:ext cx="157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#1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65652" y="3959886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Latinoamérica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26045" y="3464586"/>
            <a:ext cx="1628775" cy="800100"/>
          </a:xfrm>
          <a:custGeom>
            <a:avLst/>
            <a:gdLst/>
            <a:ahLst/>
            <a:cxnLst/>
            <a:rect l="l" t="t" r="r" b="b"/>
            <a:pathLst>
              <a:path w="1628775" h="800100">
                <a:moveTo>
                  <a:pt x="76202" y="0"/>
                </a:moveTo>
                <a:lnTo>
                  <a:pt x="1552573" y="0"/>
                </a:lnTo>
                <a:cubicBezTo>
                  <a:pt x="1594658" y="0"/>
                  <a:pt x="1628775" y="34117"/>
                  <a:pt x="1628775" y="76202"/>
                </a:cubicBezTo>
                <a:lnTo>
                  <a:pt x="1628775" y="723898"/>
                </a:lnTo>
                <a:cubicBezTo>
                  <a:pt x="1628775" y="765955"/>
                  <a:pt x="1594630" y="800100"/>
                  <a:pt x="15525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54620" y="3578886"/>
            <a:ext cx="157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#3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07007" y="3959886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Mundial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233" y="4688020"/>
            <a:ext cx="5590117" cy="2027767"/>
          </a:xfrm>
          <a:custGeom>
            <a:avLst/>
            <a:gdLst/>
            <a:ahLst/>
            <a:cxnLst/>
            <a:rect l="l" t="t" r="r" b="b"/>
            <a:pathLst>
              <a:path w="5590117" h="2027767">
                <a:moveTo>
                  <a:pt x="114305" y="0"/>
                </a:moveTo>
                <a:lnTo>
                  <a:pt x="5475811" y="0"/>
                </a:lnTo>
                <a:cubicBezTo>
                  <a:pt x="5538940" y="0"/>
                  <a:pt x="5590117" y="51176"/>
                  <a:pt x="5590117" y="114305"/>
                </a:cubicBezTo>
                <a:lnTo>
                  <a:pt x="5590117" y="1913461"/>
                </a:lnTo>
                <a:cubicBezTo>
                  <a:pt x="5590117" y="1976590"/>
                  <a:pt x="5538940" y="2027767"/>
                  <a:pt x="5475811" y="2027767"/>
                </a:cubicBezTo>
                <a:lnTo>
                  <a:pt x="114305" y="2027767"/>
                </a:lnTo>
                <a:cubicBezTo>
                  <a:pt x="51176" y="2027767"/>
                  <a:pt x="0" y="1976590"/>
                  <a:pt x="0" y="1913461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879" y="49589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2508" y="20836"/>
                </a:moveTo>
                <a:lnTo>
                  <a:pt x="62508" y="35719"/>
                </a:lnTo>
                <a:lnTo>
                  <a:pt x="33449" y="35719"/>
                </a:lnTo>
                <a:cubicBezTo>
                  <a:pt x="28129" y="35719"/>
                  <a:pt x="23812" y="40035"/>
                  <a:pt x="23812" y="45355"/>
                </a:cubicBezTo>
                <a:cubicBezTo>
                  <a:pt x="23812" y="46844"/>
                  <a:pt x="24147" y="48332"/>
                  <a:pt x="24817" y="49671"/>
                </a:cubicBezTo>
                <a:lnTo>
                  <a:pt x="37244" y="74526"/>
                </a:lnTo>
                <a:cubicBezTo>
                  <a:pt x="33003" y="75195"/>
                  <a:pt x="29728" y="78879"/>
                  <a:pt x="29728" y="83344"/>
                </a:cubicBezTo>
                <a:cubicBezTo>
                  <a:pt x="29728" y="88292"/>
                  <a:pt x="33710" y="92273"/>
                  <a:pt x="38658" y="92273"/>
                </a:cubicBezTo>
                <a:lnTo>
                  <a:pt x="40742" y="92273"/>
                </a:lnTo>
                <a:lnTo>
                  <a:pt x="35682" y="142875"/>
                </a:lnTo>
                <a:lnTo>
                  <a:pt x="14771" y="169032"/>
                </a:lnTo>
                <a:cubicBezTo>
                  <a:pt x="12911" y="171376"/>
                  <a:pt x="11869" y="174278"/>
                  <a:pt x="11869" y="177292"/>
                </a:cubicBezTo>
                <a:cubicBezTo>
                  <a:pt x="11869" y="184584"/>
                  <a:pt x="17785" y="190500"/>
                  <a:pt x="25078" y="190500"/>
                </a:cubicBezTo>
                <a:lnTo>
                  <a:pt x="117686" y="190500"/>
                </a:lnTo>
                <a:cubicBezTo>
                  <a:pt x="124978" y="190500"/>
                  <a:pt x="130894" y="184584"/>
                  <a:pt x="130894" y="177292"/>
                </a:cubicBezTo>
                <a:cubicBezTo>
                  <a:pt x="130894" y="174278"/>
                  <a:pt x="129890" y="171376"/>
                  <a:pt x="127992" y="169032"/>
                </a:cubicBezTo>
                <a:lnTo>
                  <a:pt x="107156" y="142875"/>
                </a:lnTo>
                <a:lnTo>
                  <a:pt x="102096" y="92273"/>
                </a:lnTo>
                <a:lnTo>
                  <a:pt x="104180" y="92273"/>
                </a:lnTo>
                <a:cubicBezTo>
                  <a:pt x="109128" y="92273"/>
                  <a:pt x="113109" y="88292"/>
                  <a:pt x="113109" y="83344"/>
                </a:cubicBezTo>
                <a:cubicBezTo>
                  <a:pt x="113109" y="78916"/>
                  <a:pt x="109872" y="75195"/>
                  <a:pt x="105594" y="74526"/>
                </a:cubicBezTo>
                <a:lnTo>
                  <a:pt x="118021" y="49671"/>
                </a:lnTo>
                <a:cubicBezTo>
                  <a:pt x="118690" y="48332"/>
                  <a:pt x="119025" y="46844"/>
                  <a:pt x="119025" y="45355"/>
                </a:cubicBezTo>
                <a:cubicBezTo>
                  <a:pt x="119025" y="40035"/>
                  <a:pt x="114709" y="35719"/>
                  <a:pt x="109389" y="35719"/>
                </a:cubicBezTo>
                <a:lnTo>
                  <a:pt x="80330" y="35719"/>
                </a:lnTo>
                <a:lnTo>
                  <a:pt x="80330" y="20836"/>
                </a:lnTo>
                <a:lnTo>
                  <a:pt x="86283" y="20836"/>
                </a:lnTo>
                <a:cubicBezTo>
                  <a:pt x="91232" y="20836"/>
                  <a:pt x="95213" y="16855"/>
                  <a:pt x="95213" y="11906"/>
                </a:cubicBezTo>
                <a:cubicBezTo>
                  <a:pt x="95213" y="6958"/>
                  <a:pt x="91269" y="2977"/>
                  <a:pt x="86320" y="2977"/>
                </a:cubicBezTo>
                <a:lnTo>
                  <a:pt x="80367" y="2977"/>
                </a:lnTo>
                <a:lnTo>
                  <a:pt x="80367" y="-2977"/>
                </a:lnTo>
                <a:cubicBezTo>
                  <a:pt x="80367" y="-7925"/>
                  <a:pt x="76386" y="-11906"/>
                  <a:pt x="71438" y="-11906"/>
                </a:cubicBezTo>
                <a:cubicBezTo>
                  <a:pt x="66489" y="-11906"/>
                  <a:pt x="62508" y="-7925"/>
                  <a:pt x="62508" y="-2977"/>
                </a:cubicBezTo>
                <a:lnTo>
                  <a:pt x="62508" y="2977"/>
                </a:lnTo>
                <a:lnTo>
                  <a:pt x="56555" y="2977"/>
                </a:lnTo>
                <a:cubicBezTo>
                  <a:pt x="51606" y="2977"/>
                  <a:pt x="47625" y="6958"/>
                  <a:pt x="47625" y="11906"/>
                </a:cubicBezTo>
                <a:cubicBezTo>
                  <a:pt x="47625" y="16855"/>
                  <a:pt x="51606" y="20836"/>
                  <a:pt x="56555" y="20836"/>
                </a:cubicBezTo>
                <a:lnTo>
                  <a:pt x="62508" y="20836"/>
                </a:lnTo>
                <a:close/>
                <a:moveTo>
                  <a:pt x="121221" y="104031"/>
                </a:moveTo>
                <a:lnTo>
                  <a:pt x="124383" y="135843"/>
                </a:lnTo>
                <a:lnTo>
                  <a:pt x="142019" y="157869"/>
                </a:lnTo>
                <a:lnTo>
                  <a:pt x="143582" y="159990"/>
                </a:lnTo>
                <a:cubicBezTo>
                  <a:pt x="147005" y="165088"/>
                  <a:pt x="148828" y="171115"/>
                  <a:pt x="148828" y="177292"/>
                </a:cubicBezTo>
                <a:cubicBezTo>
                  <a:pt x="148828" y="182017"/>
                  <a:pt x="147786" y="186519"/>
                  <a:pt x="145889" y="190500"/>
                </a:cubicBezTo>
                <a:lnTo>
                  <a:pt x="176808" y="190500"/>
                </a:lnTo>
                <a:cubicBezTo>
                  <a:pt x="184361" y="190500"/>
                  <a:pt x="190500" y="184361"/>
                  <a:pt x="190500" y="176808"/>
                </a:cubicBezTo>
                <a:cubicBezTo>
                  <a:pt x="190500" y="174092"/>
                  <a:pt x="189681" y="171450"/>
                  <a:pt x="188193" y="169218"/>
                </a:cubicBezTo>
                <a:lnTo>
                  <a:pt x="178594" y="154818"/>
                </a:lnTo>
                <a:lnTo>
                  <a:pt x="178594" y="131006"/>
                </a:lnTo>
                <a:lnTo>
                  <a:pt x="183542" y="126057"/>
                </a:lnTo>
                <a:cubicBezTo>
                  <a:pt x="188007" y="121593"/>
                  <a:pt x="190500" y="115528"/>
                  <a:pt x="190500" y="109203"/>
                </a:cubicBezTo>
                <a:lnTo>
                  <a:pt x="190500" y="71438"/>
                </a:lnTo>
                <a:cubicBezTo>
                  <a:pt x="190500" y="64852"/>
                  <a:pt x="185179" y="59531"/>
                  <a:pt x="178594" y="59531"/>
                </a:cubicBezTo>
                <a:cubicBezTo>
                  <a:pt x="172008" y="59531"/>
                  <a:pt x="166688" y="64852"/>
                  <a:pt x="166688" y="71438"/>
                </a:cubicBezTo>
                <a:lnTo>
                  <a:pt x="166688" y="77391"/>
                </a:lnTo>
                <a:lnTo>
                  <a:pt x="154781" y="77391"/>
                </a:lnTo>
                <a:lnTo>
                  <a:pt x="154781" y="71438"/>
                </a:lnTo>
                <a:cubicBezTo>
                  <a:pt x="154781" y="64852"/>
                  <a:pt x="149461" y="59531"/>
                  <a:pt x="142875" y="59531"/>
                </a:cubicBezTo>
                <a:cubicBezTo>
                  <a:pt x="136289" y="59531"/>
                  <a:pt x="130969" y="64852"/>
                  <a:pt x="130969" y="71438"/>
                </a:cubicBezTo>
                <a:lnTo>
                  <a:pt x="130969" y="83344"/>
                </a:lnTo>
                <a:cubicBezTo>
                  <a:pt x="130969" y="91678"/>
                  <a:pt x="127174" y="99120"/>
                  <a:pt x="121221" y="10403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856192" y="4920853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Estrategia de Adquisición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8067" y="5339953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 Chile: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Entrada mediante adquisición de cadena Hoyts en mercado maduro.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8067" y="5987653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eficiente que iniciar desde cero en mercados con competencia establecida.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4533" y="1794933"/>
            <a:ext cx="5590117" cy="3837517"/>
          </a:xfrm>
          <a:custGeom>
            <a:avLst/>
            <a:gdLst/>
            <a:ahLst/>
            <a:cxnLst/>
            <a:rect l="l" t="t" r="r" b="b"/>
            <a:pathLst>
              <a:path w="5590117" h="3837517">
                <a:moveTo>
                  <a:pt x="114281" y="0"/>
                </a:moveTo>
                <a:lnTo>
                  <a:pt x="5475835" y="0"/>
                </a:lnTo>
                <a:cubicBezTo>
                  <a:pt x="5538951" y="0"/>
                  <a:pt x="5590117" y="51165"/>
                  <a:pt x="5590117" y="114281"/>
                </a:cubicBezTo>
                <a:lnTo>
                  <a:pt x="5590117" y="3723235"/>
                </a:lnTo>
                <a:cubicBezTo>
                  <a:pt x="5590117" y="3786351"/>
                  <a:pt x="5538951" y="3837517"/>
                  <a:pt x="5475835" y="3837517"/>
                </a:cubicBezTo>
                <a:lnTo>
                  <a:pt x="114281" y="3837517"/>
                </a:lnTo>
                <a:cubicBezTo>
                  <a:pt x="51165" y="3837517"/>
                  <a:pt x="0" y="3786351"/>
                  <a:pt x="0" y="3723235"/>
                </a:cubicBezTo>
                <a:lnTo>
                  <a:pt x="0" y="114281"/>
                </a:lnTo>
                <a:cubicBezTo>
                  <a:pt x="0" y="51208"/>
                  <a:pt x="51208" y="0"/>
                  <a:pt x="11428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1179" y="20847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6685492" y="2027767"/>
            <a:ext cx="500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Diversificación Geográfica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7367" y="2522934"/>
            <a:ext cx="5210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Operar 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economías diferentes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la dependencia de las productoras de Hollywood.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7367" y="3270647"/>
            <a:ext cx="5124450" cy="1276350"/>
          </a:xfrm>
          <a:custGeom>
            <a:avLst/>
            <a:gdLst/>
            <a:ahLst/>
            <a:cxnLst/>
            <a:rect l="l" t="t" r="r" b="b"/>
            <a:pathLst>
              <a:path w="5124450" h="1276350">
                <a:moveTo>
                  <a:pt x="76198" y="0"/>
                </a:moveTo>
                <a:lnTo>
                  <a:pt x="5048252" y="0"/>
                </a:lnTo>
                <a:cubicBezTo>
                  <a:pt x="5090335" y="0"/>
                  <a:pt x="5124450" y="34115"/>
                  <a:pt x="5124450" y="76198"/>
                </a:cubicBezTo>
                <a:lnTo>
                  <a:pt x="5124450" y="1200152"/>
                </a:lnTo>
                <a:cubicBezTo>
                  <a:pt x="5124450" y="1242235"/>
                  <a:pt x="5090335" y="1276350"/>
                  <a:pt x="5048252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37867" y="3461147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India con industria local Bollywood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56917" y="386119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3" name="Text 31"/>
          <p:cNvSpPr/>
          <p:nvPr/>
        </p:nvSpPr>
        <p:spPr>
          <a:xfrm>
            <a:off x="6942667" y="3823097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Mitigación de riesgos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56917" y="416599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6942667" y="4127897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Ingresos diversificados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4533" y="5831020"/>
            <a:ext cx="5590117" cy="884767"/>
          </a:xfrm>
          <a:custGeom>
            <a:avLst/>
            <a:gdLst/>
            <a:ahLst/>
            <a:cxnLst/>
            <a:rect l="l" t="t" r="r" b="b"/>
            <a:pathLst>
              <a:path w="5590117" h="884767">
                <a:moveTo>
                  <a:pt x="114303" y="0"/>
                </a:moveTo>
                <a:lnTo>
                  <a:pt x="5475814" y="0"/>
                </a:lnTo>
                <a:cubicBezTo>
                  <a:pt x="5538941" y="0"/>
                  <a:pt x="5590117" y="51175"/>
                  <a:pt x="5590117" y="114303"/>
                </a:cubicBezTo>
                <a:lnTo>
                  <a:pt x="5590117" y="770464"/>
                </a:lnTo>
                <a:cubicBezTo>
                  <a:pt x="5590117" y="833591"/>
                  <a:pt x="5538941" y="884767"/>
                  <a:pt x="5475814" y="884767"/>
                </a:cubicBezTo>
                <a:lnTo>
                  <a:pt x="114303" y="884767"/>
                </a:lnTo>
                <a:cubicBezTo>
                  <a:pt x="51175" y="884767"/>
                  <a:pt x="0" y="833591"/>
                  <a:pt x="0" y="770464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54511" y="613052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8" name="Text 36"/>
          <p:cNvSpPr/>
          <p:nvPr/>
        </p:nvSpPr>
        <p:spPr>
          <a:xfrm>
            <a:off x="6870965" y="6025753"/>
            <a:ext cx="4819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 expansión internacional no es solo crecimiento, 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resiliencia estratégica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735" y="369735"/>
            <a:ext cx="1155421" cy="406708"/>
          </a:xfrm>
          <a:custGeom>
            <a:avLst/>
            <a:gdLst/>
            <a:ahLst/>
            <a:cxnLst/>
            <a:rect l="l" t="t" r="r" b="b"/>
            <a:pathLst>
              <a:path w="1155421" h="406708">
                <a:moveTo>
                  <a:pt x="73948" y="0"/>
                </a:moveTo>
                <a:lnTo>
                  <a:pt x="1081473" y="0"/>
                </a:lnTo>
                <a:cubicBezTo>
                  <a:pt x="1122313" y="0"/>
                  <a:pt x="1155421" y="33107"/>
                  <a:pt x="1155421" y="73948"/>
                </a:cubicBezTo>
                <a:lnTo>
                  <a:pt x="1155421" y="332760"/>
                </a:lnTo>
                <a:cubicBezTo>
                  <a:pt x="1155421" y="373601"/>
                  <a:pt x="1122313" y="406708"/>
                  <a:pt x="1081473" y="406708"/>
                </a:cubicBezTo>
                <a:lnTo>
                  <a:pt x="73948" y="406708"/>
                </a:lnTo>
                <a:cubicBezTo>
                  <a:pt x="33135" y="406708"/>
                  <a:pt x="0" y="373573"/>
                  <a:pt x="0" y="332760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" name="Text 1"/>
          <p:cNvSpPr/>
          <p:nvPr/>
        </p:nvSpPr>
        <p:spPr>
          <a:xfrm>
            <a:off x="517629" y="476548"/>
            <a:ext cx="938972" cy="18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OBJETIVO 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69198" y="462168"/>
            <a:ext cx="255116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spc="116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Diferenciación Competitiva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9735" y="887363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Innovación en Formatos de Sala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735" y="1478939"/>
            <a:ext cx="887363" cy="36973"/>
          </a:xfrm>
          <a:custGeom>
            <a:avLst/>
            <a:gdLst/>
            <a:ahLst/>
            <a:cxn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386167" y="1700779"/>
            <a:ext cx="5599426" cy="3771293"/>
          </a:xfrm>
          <a:custGeom>
            <a:avLst/>
            <a:gdLst/>
            <a:ahLst/>
            <a:cxnLst/>
            <a:rect l="l" t="t" r="r" b="b"/>
            <a:pathLst>
              <a:path w="5599426" h="3771293">
                <a:moveTo>
                  <a:pt x="32865" y="0"/>
                </a:moveTo>
                <a:lnTo>
                  <a:pt x="5488512" y="0"/>
                </a:lnTo>
                <a:cubicBezTo>
                  <a:pt x="5549768" y="0"/>
                  <a:pt x="5599426" y="49658"/>
                  <a:pt x="5599426" y="110914"/>
                </a:cubicBezTo>
                <a:lnTo>
                  <a:pt x="5599426" y="3660380"/>
                </a:lnTo>
                <a:cubicBezTo>
                  <a:pt x="5599426" y="3721636"/>
                  <a:pt x="5549768" y="3771293"/>
                  <a:pt x="5488512" y="3771293"/>
                </a:cubicBezTo>
                <a:lnTo>
                  <a:pt x="32865" y="3771293"/>
                </a:lnTo>
                <a:cubicBezTo>
                  <a:pt x="14714" y="3771293"/>
                  <a:pt x="0" y="3756579"/>
                  <a:pt x="0" y="3738428"/>
                </a:cubicBezTo>
                <a:lnTo>
                  <a:pt x="0" y="32865"/>
                </a:lnTo>
                <a:cubicBezTo>
                  <a:pt x="0" y="14714"/>
                  <a:pt x="14714" y="0"/>
                  <a:pt x="32865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C5A0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86167" y="1700779"/>
            <a:ext cx="32865" cy="3771293"/>
          </a:xfrm>
          <a:custGeom>
            <a:avLst/>
            <a:gdLst/>
            <a:ahLst/>
            <a:cxnLst/>
            <a:rect l="l" t="t" r="r" b="b"/>
            <a:pathLst>
              <a:path w="32865" h="3771293">
                <a:moveTo>
                  <a:pt x="32865" y="0"/>
                </a:moveTo>
                <a:lnTo>
                  <a:pt x="32865" y="0"/>
                </a:lnTo>
                <a:lnTo>
                  <a:pt x="32865" y="3771293"/>
                </a:lnTo>
                <a:lnTo>
                  <a:pt x="32865" y="3771293"/>
                </a:lnTo>
                <a:cubicBezTo>
                  <a:pt x="14714" y="3771293"/>
                  <a:pt x="0" y="3756579"/>
                  <a:pt x="0" y="3738428"/>
                </a:cubicBezTo>
                <a:lnTo>
                  <a:pt x="0" y="32865"/>
                </a:lnTo>
                <a:cubicBezTo>
                  <a:pt x="0" y="14714"/>
                  <a:pt x="14714" y="0"/>
                  <a:pt x="3286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9" name="Shape 7"/>
          <p:cNvSpPr/>
          <p:nvPr/>
        </p:nvSpPr>
        <p:spPr>
          <a:xfrm>
            <a:off x="599021" y="1940978"/>
            <a:ext cx="207976" cy="184867"/>
          </a:xfrm>
          <a:custGeom>
            <a:avLst/>
            <a:gdLst/>
            <a:ahLst/>
            <a:cxnLst/>
            <a:rect l="l" t="t" r="r" b="b"/>
            <a:pathLst>
              <a:path w="207976" h="184867">
                <a:moveTo>
                  <a:pt x="111751" y="-6824"/>
                </a:moveTo>
                <a:cubicBezTo>
                  <a:pt x="110270" y="-9713"/>
                  <a:pt x="107274" y="-11554"/>
                  <a:pt x="104024" y="-11554"/>
                </a:cubicBezTo>
                <a:cubicBezTo>
                  <a:pt x="100774" y="-11554"/>
                  <a:pt x="97777" y="-9713"/>
                  <a:pt x="96297" y="-6824"/>
                </a:cubicBezTo>
                <a:lnTo>
                  <a:pt x="69722" y="45242"/>
                </a:lnTo>
                <a:lnTo>
                  <a:pt x="11987" y="54413"/>
                </a:lnTo>
                <a:cubicBezTo>
                  <a:pt x="8774" y="54919"/>
                  <a:pt x="6102" y="57193"/>
                  <a:pt x="5091" y="60299"/>
                </a:cubicBezTo>
                <a:cubicBezTo>
                  <a:pt x="4080" y="63404"/>
                  <a:pt x="4911" y="66798"/>
                  <a:pt x="7185" y="69109"/>
                </a:cubicBezTo>
                <a:lnTo>
                  <a:pt x="48492" y="110451"/>
                </a:lnTo>
                <a:lnTo>
                  <a:pt x="39393" y="168186"/>
                </a:lnTo>
                <a:cubicBezTo>
                  <a:pt x="38887" y="171399"/>
                  <a:pt x="40223" y="174649"/>
                  <a:pt x="42859" y="176563"/>
                </a:cubicBezTo>
                <a:cubicBezTo>
                  <a:pt x="45495" y="178476"/>
                  <a:pt x="48961" y="178765"/>
                  <a:pt x="51886" y="177285"/>
                </a:cubicBezTo>
                <a:lnTo>
                  <a:pt x="104024" y="150782"/>
                </a:lnTo>
                <a:lnTo>
                  <a:pt x="156126" y="177285"/>
                </a:lnTo>
                <a:cubicBezTo>
                  <a:pt x="159015" y="178765"/>
                  <a:pt x="162517" y="178476"/>
                  <a:pt x="165153" y="176563"/>
                </a:cubicBezTo>
                <a:cubicBezTo>
                  <a:pt x="167789" y="174649"/>
                  <a:pt x="169125" y="171436"/>
                  <a:pt x="168619" y="168186"/>
                </a:cubicBezTo>
                <a:lnTo>
                  <a:pt x="159484" y="110451"/>
                </a:lnTo>
                <a:lnTo>
                  <a:pt x="200790" y="69109"/>
                </a:lnTo>
                <a:cubicBezTo>
                  <a:pt x="203101" y="66798"/>
                  <a:pt x="203896" y="63404"/>
                  <a:pt x="202885" y="60299"/>
                </a:cubicBezTo>
                <a:cubicBezTo>
                  <a:pt x="201874" y="57193"/>
                  <a:pt x="199238" y="54919"/>
                  <a:pt x="195988" y="54413"/>
                </a:cubicBezTo>
                <a:lnTo>
                  <a:pt x="138289" y="45242"/>
                </a:lnTo>
                <a:lnTo>
                  <a:pt x="111751" y="-6824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818551" y="1885647"/>
            <a:ext cx="5093095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Múltiples Unidades de Negocio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467" y="2329200"/>
            <a:ext cx="5296449" cy="5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Cinépolis desarrolló </a:t>
            </a:r>
            <a:pPr>
              <a:lnSpc>
                <a:spcPct val="140000"/>
              </a:lnSpc>
            </a:pPr>
            <a:r>
              <a:rPr lang="en-US" sz="131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formatos especializados</a:t>
            </a:r>
            <a:pPr>
              <a:lnSpc>
                <a:spcPct val="140000"/>
              </a:lnSpc>
            </a:pPr>
            <a:r>
              <a:rPr lang="en-US" sz="131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amplían la base de clientes y protegen ingresos ante variaciones en la demanda.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1575" y="3021939"/>
            <a:ext cx="2540899" cy="673739"/>
          </a:xfrm>
          <a:custGeom>
            <a:avLst/>
            <a:gdLst/>
            <a:ahLst/>
            <a:cxnLst/>
            <a:rect l="l" t="t" r="r" b="b"/>
            <a:pathLst>
              <a:path w="2540899" h="673739">
                <a:moveTo>
                  <a:pt x="73950" y="0"/>
                </a:moveTo>
                <a:lnTo>
                  <a:pt x="2466949" y="0"/>
                </a:lnTo>
                <a:cubicBezTo>
                  <a:pt x="2507790" y="0"/>
                  <a:pt x="2540899" y="33108"/>
                  <a:pt x="2540899" y="73950"/>
                </a:cubicBezTo>
                <a:lnTo>
                  <a:pt x="2540899" y="599789"/>
                </a:lnTo>
                <a:cubicBezTo>
                  <a:pt x="2540899" y="640630"/>
                  <a:pt x="2507790" y="673739"/>
                  <a:pt x="2466949" y="673739"/>
                </a:cubicBezTo>
                <a:lnTo>
                  <a:pt x="73950" y="673739"/>
                </a:lnTo>
                <a:cubicBezTo>
                  <a:pt x="33136" y="673739"/>
                  <a:pt x="0" y="640603"/>
                  <a:pt x="0" y="599789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5847" y="3173941"/>
            <a:ext cx="166381" cy="147894"/>
          </a:xfrm>
          <a:custGeom>
            <a:avLst/>
            <a:gdLst/>
            <a:ahLst/>
            <a:cxnLst/>
            <a:rect l="l" t="t" r="r" b="b"/>
            <a:pathLst>
              <a:path w="166381" h="147894">
                <a:moveTo>
                  <a:pt x="90412" y="25188"/>
                </a:moveTo>
                <a:cubicBezTo>
                  <a:pt x="93069" y="23080"/>
                  <a:pt x="94745" y="19815"/>
                  <a:pt x="94745" y="16176"/>
                </a:cubicBezTo>
                <a:cubicBezTo>
                  <a:pt x="94745" y="9792"/>
                  <a:pt x="89574" y="4622"/>
                  <a:pt x="83190" y="4622"/>
                </a:cubicBezTo>
                <a:cubicBezTo>
                  <a:pt x="76807" y="4622"/>
                  <a:pt x="71636" y="9792"/>
                  <a:pt x="71636" y="16176"/>
                </a:cubicBezTo>
                <a:cubicBezTo>
                  <a:pt x="71636" y="19815"/>
                  <a:pt x="73340" y="23080"/>
                  <a:pt x="75969" y="25188"/>
                </a:cubicBezTo>
                <a:lnTo>
                  <a:pt x="56211" y="56269"/>
                </a:lnTo>
                <a:cubicBezTo>
                  <a:pt x="53323" y="60804"/>
                  <a:pt x="47170" y="61931"/>
                  <a:pt x="42866" y="58695"/>
                </a:cubicBezTo>
                <a:lnTo>
                  <a:pt x="25679" y="45841"/>
                </a:lnTo>
                <a:cubicBezTo>
                  <a:pt x="26979" y="43993"/>
                  <a:pt x="27730" y="41711"/>
                  <a:pt x="27730" y="39284"/>
                </a:cubicBezTo>
                <a:cubicBezTo>
                  <a:pt x="27730" y="32901"/>
                  <a:pt x="22560" y="27730"/>
                  <a:pt x="16176" y="27730"/>
                </a:cubicBezTo>
                <a:cubicBezTo>
                  <a:pt x="9792" y="27730"/>
                  <a:pt x="4622" y="32901"/>
                  <a:pt x="4622" y="39284"/>
                </a:cubicBezTo>
                <a:cubicBezTo>
                  <a:pt x="4622" y="45581"/>
                  <a:pt x="9677" y="50723"/>
                  <a:pt x="15945" y="50839"/>
                </a:cubicBezTo>
                <a:lnTo>
                  <a:pt x="25361" y="113665"/>
                </a:lnTo>
                <a:cubicBezTo>
                  <a:pt x="26719" y="122706"/>
                  <a:pt x="34489" y="129407"/>
                  <a:pt x="43646" y="129407"/>
                </a:cubicBezTo>
                <a:lnTo>
                  <a:pt x="122735" y="129407"/>
                </a:lnTo>
                <a:cubicBezTo>
                  <a:pt x="131891" y="129407"/>
                  <a:pt x="139661" y="122706"/>
                  <a:pt x="141019" y="113665"/>
                </a:cubicBezTo>
                <a:lnTo>
                  <a:pt x="150436" y="50839"/>
                </a:lnTo>
                <a:cubicBezTo>
                  <a:pt x="156704" y="50723"/>
                  <a:pt x="161759" y="45581"/>
                  <a:pt x="161759" y="39284"/>
                </a:cubicBezTo>
                <a:cubicBezTo>
                  <a:pt x="161759" y="32901"/>
                  <a:pt x="156588" y="27730"/>
                  <a:pt x="150205" y="27730"/>
                </a:cubicBezTo>
                <a:cubicBezTo>
                  <a:pt x="143821" y="27730"/>
                  <a:pt x="138650" y="32901"/>
                  <a:pt x="138650" y="39284"/>
                </a:cubicBezTo>
                <a:cubicBezTo>
                  <a:pt x="138650" y="41711"/>
                  <a:pt x="139402" y="43993"/>
                  <a:pt x="140701" y="45841"/>
                </a:cubicBezTo>
                <a:lnTo>
                  <a:pt x="123543" y="58724"/>
                </a:lnTo>
                <a:cubicBezTo>
                  <a:pt x="119239" y="61959"/>
                  <a:pt x="113087" y="60833"/>
                  <a:pt x="110198" y="56298"/>
                </a:cubicBezTo>
                <a:lnTo>
                  <a:pt x="90412" y="2518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4" name="Text 12"/>
          <p:cNvSpPr/>
          <p:nvPr/>
        </p:nvSpPr>
        <p:spPr>
          <a:xfrm>
            <a:off x="965418" y="3136967"/>
            <a:ext cx="91509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Cinépolis VIP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604" y="3395782"/>
            <a:ext cx="23755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 premium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53665" y="3021939"/>
            <a:ext cx="2540899" cy="673739"/>
          </a:xfrm>
          <a:custGeom>
            <a:avLst/>
            <a:gdLst/>
            <a:ahLst/>
            <a:cxnLst/>
            <a:rect l="l" t="t" r="r" b="b"/>
            <a:pathLst>
              <a:path w="2540899" h="673739">
                <a:moveTo>
                  <a:pt x="73950" y="0"/>
                </a:moveTo>
                <a:lnTo>
                  <a:pt x="2466949" y="0"/>
                </a:lnTo>
                <a:cubicBezTo>
                  <a:pt x="2507790" y="0"/>
                  <a:pt x="2540899" y="33108"/>
                  <a:pt x="2540899" y="73950"/>
                </a:cubicBezTo>
                <a:lnTo>
                  <a:pt x="2540899" y="599789"/>
                </a:lnTo>
                <a:cubicBezTo>
                  <a:pt x="2540899" y="640630"/>
                  <a:pt x="2507790" y="673739"/>
                  <a:pt x="2466949" y="673739"/>
                </a:cubicBezTo>
                <a:lnTo>
                  <a:pt x="73950" y="673739"/>
                </a:lnTo>
                <a:cubicBezTo>
                  <a:pt x="33136" y="673739"/>
                  <a:pt x="0" y="640603"/>
                  <a:pt x="0" y="599789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96424" y="3173941"/>
            <a:ext cx="129407" cy="147894"/>
          </a:xfrm>
          <a:custGeom>
            <a:avLst/>
            <a:gdLst/>
            <a:ahLst/>
            <a:cxnLst/>
            <a:rect l="l" t="t" r="r" b="b"/>
            <a:pathLst>
              <a:path w="129407" h="147894">
                <a:moveTo>
                  <a:pt x="9243" y="9243"/>
                </a:moveTo>
                <a:cubicBezTo>
                  <a:pt x="4131" y="9243"/>
                  <a:pt x="0" y="13374"/>
                  <a:pt x="0" y="18487"/>
                </a:cubicBezTo>
                <a:lnTo>
                  <a:pt x="0" y="46217"/>
                </a:lnTo>
                <a:cubicBezTo>
                  <a:pt x="0" y="51330"/>
                  <a:pt x="4131" y="55460"/>
                  <a:pt x="9243" y="55460"/>
                </a:cubicBezTo>
                <a:cubicBezTo>
                  <a:pt x="14356" y="55460"/>
                  <a:pt x="18487" y="51330"/>
                  <a:pt x="18487" y="46217"/>
                </a:cubicBezTo>
                <a:lnTo>
                  <a:pt x="18487" y="27730"/>
                </a:lnTo>
                <a:lnTo>
                  <a:pt x="36973" y="27730"/>
                </a:lnTo>
                <a:cubicBezTo>
                  <a:pt x="42086" y="27730"/>
                  <a:pt x="46217" y="23599"/>
                  <a:pt x="46217" y="18487"/>
                </a:cubicBezTo>
                <a:cubicBezTo>
                  <a:pt x="46217" y="13374"/>
                  <a:pt x="42086" y="9243"/>
                  <a:pt x="36973" y="9243"/>
                </a:cubicBezTo>
                <a:lnTo>
                  <a:pt x="9243" y="9243"/>
                </a:lnTo>
                <a:close/>
                <a:moveTo>
                  <a:pt x="18487" y="101677"/>
                </a:moveTo>
                <a:cubicBezTo>
                  <a:pt x="18487" y="96564"/>
                  <a:pt x="14356" y="92434"/>
                  <a:pt x="9243" y="92434"/>
                </a:cubicBezTo>
                <a:cubicBezTo>
                  <a:pt x="4131" y="92434"/>
                  <a:pt x="0" y="96564"/>
                  <a:pt x="0" y="101677"/>
                </a:cubicBezTo>
                <a:lnTo>
                  <a:pt x="0" y="129407"/>
                </a:lnTo>
                <a:cubicBezTo>
                  <a:pt x="0" y="134520"/>
                  <a:pt x="4131" y="138650"/>
                  <a:pt x="9243" y="138650"/>
                </a:cubicBezTo>
                <a:lnTo>
                  <a:pt x="36973" y="138650"/>
                </a:lnTo>
                <a:cubicBezTo>
                  <a:pt x="42086" y="138650"/>
                  <a:pt x="46217" y="134520"/>
                  <a:pt x="46217" y="129407"/>
                </a:cubicBezTo>
                <a:cubicBezTo>
                  <a:pt x="46217" y="124294"/>
                  <a:pt x="42086" y="120164"/>
                  <a:pt x="36973" y="120164"/>
                </a:cubicBezTo>
                <a:lnTo>
                  <a:pt x="18487" y="120164"/>
                </a:lnTo>
                <a:lnTo>
                  <a:pt x="18487" y="101677"/>
                </a:lnTo>
                <a:close/>
                <a:moveTo>
                  <a:pt x="92434" y="9243"/>
                </a:moveTo>
                <a:cubicBezTo>
                  <a:pt x="87321" y="9243"/>
                  <a:pt x="83190" y="13374"/>
                  <a:pt x="83190" y="18487"/>
                </a:cubicBezTo>
                <a:cubicBezTo>
                  <a:pt x="83190" y="23599"/>
                  <a:pt x="87321" y="27730"/>
                  <a:pt x="92434" y="27730"/>
                </a:cubicBezTo>
                <a:lnTo>
                  <a:pt x="110920" y="27730"/>
                </a:lnTo>
                <a:lnTo>
                  <a:pt x="110920" y="46217"/>
                </a:lnTo>
                <a:cubicBezTo>
                  <a:pt x="110920" y="51330"/>
                  <a:pt x="115051" y="55460"/>
                  <a:pt x="120164" y="55460"/>
                </a:cubicBezTo>
                <a:cubicBezTo>
                  <a:pt x="125276" y="55460"/>
                  <a:pt x="129407" y="51330"/>
                  <a:pt x="129407" y="46217"/>
                </a:cubicBezTo>
                <a:lnTo>
                  <a:pt x="129407" y="18487"/>
                </a:lnTo>
                <a:cubicBezTo>
                  <a:pt x="129407" y="13374"/>
                  <a:pt x="125276" y="9243"/>
                  <a:pt x="120164" y="9243"/>
                </a:cubicBezTo>
                <a:lnTo>
                  <a:pt x="92434" y="9243"/>
                </a:lnTo>
                <a:close/>
                <a:moveTo>
                  <a:pt x="129407" y="101677"/>
                </a:moveTo>
                <a:cubicBezTo>
                  <a:pt x="129407" y="96564"/>
                  <a:pt x="125276" y="92434"/>
                  <a:pt x="120164" y="92434"/>
                </a:cubicBezTo>
                <a:cubicBezTo>
                  <a:pt x="115051" y="92434"/>
                  <a:pt x="110920" y="96564"/>
                  <a:pt x="110920" y="101677"/>
                </a:cubicBezTo>
                <a:lnTo>
                  <a:pt x="110920" y="120164"/>
                </a:lnTo>
                <a:lnTo>
                  <a:pt x="92434" y="120164"/>
                </a:lnTo>
                <a:cubicBezTo>
                  <a:pt x="87321" y="120164"/>
                  <a:pt x="83190" y="124294"/>
                  <a:pt x="83190" y="129407"/>
                </a:cubicBezTo>
                <a:cubicBezTo>
                  <a:pt x="83190" y="134520"/>
                  <a:pt x="87321" y="138650"/>
                  <a:pt x="92434" y="138650"/>
                </a:cubicBezTo>
                <a:lnTo>
                  <a:pt x="120164" y="138650"/>
                </a:lnTo>
                <a:cubicBezTo>
                  <a:pt x="125276" y="138650"/>
                  <a:pt x="129407" y="134520"/>
                  <a:pt x="129407" y="129407"/>
                </a:cubicBezTo>
                <a:lnTo>
                  <a:pt x="129407" y="101677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8" name="Text 16"/>
          <p:cNvSpPr/>
          <p:nvPr/>
        </p:nvSpPr>
        <p:spPr>
          <a:xfrm>
            <a:off x="3627508" y="3136967"/>
            <a:ext cx="42519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68694" y="3395782"/>
            <a:ext cx="23755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Pantalla gigante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1575" y="3814815"/>
            <a:ext cx="2540899" cy="673739"/>
          </a:xfrm>
          <a:custGeom>
            <a:avLst/>
            <a:gdLst/>
            <a:ahLst/>
            <a:cxnLst/>
            <a:rect l="l" t="t" r="r" b="b"/>
            <a:pathLst>
              <a:path w="2540899" h="673739">
                <a:moveTo>
                  <a:pt x="73950" y="0"/>
                </a:moveTo>
                <a:lnTo>
                  <a:pt x="2466949" y="0"/>
                </a:lnTo>
                <a:cubicBezTo>
                  <a:pt x="2507790" y="0"/>
                  <a:pt x="2540899" y="33108"/>
                  <a:pt x="2540899" y="73950"/>
                </a:cubicBezTo>
                <a:lnTo>
                  <a:pt x="2540899" y="599789"/>
                </a:lnTo>
                <a:cubicBezTo>
                  <a:pt x="2540899" y="640630"/>
                  <a:pt x="2507790" y="673739"/>
                  <a:pt x="2466949" y="673739"/>
                </a:cubicBezTo>
                <a:lnTo>
                  <a:pt x="73950" y="673739"/>
                </a:lnTo>
                <a:cubicBezTo>
                  <a:pt x="33136" y="673739"/>
                  <a:pt x="0" y="640603"/>
                  <a:pt x="0" y="599789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5091" y="3966817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83190" y="9243"/>
                </a:moveTo>
                <a:cubicBezTo>
                  <a:pt x="83190" y="14356"/>
                  <a:pt x="87321" y="18487"/>
                  <a:pt x="92434" y="18487"/>
                </a:cubicBezTo>
                <a:lnTo>
                  <a:pt x="103988" y="18487"/>
                </a:lnTo>
                <a:cubicBezTo>
                  <a:pt x="107830" y="18487"/>
                  <a:pt x="110920" y="21577"/>
                  <a:pt x="110920" y="25419"/>
                </a:cubicBezTo>
                <a:cubicBezTo>
                  <a:pt x="110920" y="29261"/>
                  <a:pt x="107830" y="32352"/>
                  <a:pt x="103988" y="32352"/>
                </a:cubicBezTo>
                <a:lnTo>
                  <a:pt x="9243" y="32352"/>
                </a:lnTo>
                <a:cubicBezTo>
                  <a:pt x="4131" y="32352"/>
                  <a:pt x="0" y="36482"/>
                  <a:pt x="0" y="41595"/>
                </a:cubicBezTo>
                <a:cubicBezTo>
                  <a:pt x="0" y="46708"/>
                  <a:pt x="4131" y="50839"/>
                  <a:pt x="9243" y="50839"/>
                </a:cubicBezTo>
                <a:lnTo>
                  <a:pt x="103988" y="50839"/>
                </a:lnTo>
                <a:cubicBezTo>
                  <a:pt x="118026" y="50839"/>
                  <a:pt x="129407" y="39458"/>
                  <a:pt x="129407" y="25419"/>
                </a:cubicBezTo>
                <a:cubicBezTo>
                  <a:pt x="129407" y="11381"/>
                  <a:pt x="118026" y="0"/>
                  <a:pt x="103988" y="0"/>
                </a:cubicBezTo>
                <a:lnTo>
                  <a:pt x="92434" y="0"/>
                </a:lnTo>
                <a:cubicBezTo>
                  <a:pt x="87321" y="0"/>
                  <a:pt x="83190" y="4131"/>
                  <a:pt x="83190" y="9243"/>
                </a:cubicBezTo>
                <a:close/>
                <a:moveTo>
                  <a:pt x="101677" y="110920"/>
                </a:moveTo>
                <a:cubicBezTo>
                  <a:pt x="101677" y="116033"/>
                  <a:pt x="105808" y="120164"/>
                  <a:pt x="110920" y="120164"/>
                </a:cubicBezTo>
                <a:lnTo>
                  <a:pt x="120164" y="120164"/>
                </a:lnTo>
                <a:cubicBezTo>
                  <a:pt x="135473" y="120164"/>
                  <a:pt x="147894" y="107743"/>
                  <a:pt x="147894" y="92434"/>
                </a:cubicBezTo>
                <a:cubicBezTo>
                  <a:pt x="147894" y="77124"/>
                  <a:pt x="135473" y="64704"/>
                  <a:pt x="120164" y="64704"/>
                </a:cubicBezTo>
                <a:lnTo>
                  <a:pt x="9243" y="64704"/>
                </a:lnTo>
                <a:cubicBezTo>
                  <a:pt x="4131" y="64704"/>
                  <a:pt x="0" y="68834"/>
                  <a:pt x="0" y="73947"/>
                </a:cubicBezTo>
                <a:cubicBezTo>
                  <a:pt x="0" y="79060"/>
                  <a:pt x="4131" y="83190"/>
                  <a:pt x="9243" y="83190"/>
                </a:cubicBezTo>
                <a:lnTo>
                  <a:pt x="120164" y="83190"/>
                </a:lnTo>
                <a:cubicBezTo>
                  <a:pt x="125276" y="83190"/>
                  <a:pt x="129407" y="87321"/>
                  <a:pt x="129407" y="92434"/>
                </a:cubicBezTo>
                <a:cubicBezTo>
                  <a:pt x="129407" y="97546"/>
                  <a:pt x="125276" y="101677"/>
                  <a:pt x="120164" y="101677"/>
                </a:cubicBezTo>
                <a:lnTo>
                  <a:pt x="110920" y="101677"/>
                </a:lnTo>
                <a:cubicBezTo>
                  <a:pt x="105808" y="101677"/>
                  <a:pt x="101677" y="105808"/>
                  <a:pt x="101677" y="110920"/>
                </a:cubicBezTo>
                <a:close/>
                <a:moveTo>
                  <a:pt x="36973" y="147894"/>
                </a:moveTo>
                <a:lnTo>
                  <a:pt x="48528" y="147894"/>
                </a:lnTo>
                <a:cubicBezTo>
                  <a:pt x="62566" y="147894"/>
                  <a:pt x="73947" y="136513"/>
                  <a:pt x="73947" y="122475"/>
                </a:cubicBezTo>
                <a:cubicBezTo>
                  <a:pt x="73947" y="108436"/>
                  <a:pt x="62566" y="97055"/>
                  <a:pt x="48528" y="97055"/>
                </a:cubicBezTo>
                <a:lnTo>
                  <a:pt x="9243" y="97055"/>
                </a:lnTo>
                <a:cubicBezTo>
                  <a:pt x="4131" y="97055"/>
                  <a:pt x="0" y="101186"/>
                  <a:pt x="0" y="106299"/>
                </a:cubicBezTo>
                <a:cubicBezTo>
                  <a:pt x="0" y="111411"/>
                  <a:pt x="4131" y="115542"/>
                  <a:pt x="9243" y="115542"/>
                </a:cubicBezTo>
                <a:lnTo>
                  <a:pt x="48528" y="115542"/>
                </a:lnTo>
                <a:cubicBezTo>
                  <a:pt x="52369" y="115542"/>
                  <a:pt x="55460" y="118633"/>
                  <a:pt x="55460" y="122475"/>
                </a:cubicBezTo>
                <a:cubicBezTo>
                  <a:pt x="55460" y="126316"/>
                  <a:pt x="52369" y="129407"/>
                  <a:pt x="48528" y="129407"/>
                </a:cubicBezTo>
                <a:lnTo>
                  <a:pt x="36973" y="129407"/>
                </a:lnTo>
                <a:cubicBezTo>
                  <a:pt x="31861" y="129407"/>
                  <a:pt x="27730" y="133538"/>
                  <a:pt x="27730" y="138650"/>
                </a:cubicBezTo>
                <a:cubicBezTo>
                  <a:pt x="27730" y="143763"/>
                  <a:pt x="31861" y="147894"/>
                  <a:pt x="36973" y="147894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965418" y="3929843"/>
            <a:ext cx="35124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4DX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6604" y="4188658"/>
            <a:ext cx="23755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 inmersiva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53665" y="3814815"/>
            <a:ext cx="2540899" cy="673739"/>
          </a:xfrm>
          <a:custGeom>
            <a:avLst/>
            <a:gdLst/>
            <a:ahLst/>
            <a:cxnLst/>
            <a:rect l="l" t="t" r="r" b="b"/>
            <a:pathLst>
              <a:path w="2540899" h="673739">
                <a:moveTo>
                  <a:pt x="73950" y="0"/>
                </a:moveTo>
                <a:lnTo>
                  <a:pt x="2466949" y="0"/>
                </a:lnTo>
                <a:cubicBezTo>
                  <a:pt x="2507790" y="0"/>
                  <a:pt x="2540899" y="33108"/>
                  <a:pt x="2540899" y="73950"/>
                </a:cubicBezTo>
                <a:lnTo>
                  <a:pt x="2540899" y="599789"/>
                </a:lnTo>
                <a:cubicBezTo>
                  <a:pt x="2540899" y="640630"/>
                  <a:pt x="2507790" y="673739"/>
                  <a:pt x="2466949" y="673739"/>
                </a:cubicBezTo>
                <a:lnTo>
                  <a:pt x="73950" y="673739"/>
                </a:lnTo>
                <a:cubicBezTo>
                  <a:pt x="33136" y="673739"/>
                  <a:pt x="0" y="640603"/>
                  <a:pt x="0" y="599789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7180" y="3966817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47894" y="73947"/>
                </a:moveTo>
                <a:cubicBezTo>
                  <a:pt x="147894" y="74207"/>
                  <a:pt x="147894" y="74467"/>
                  <a:pt x="147894" y="74727"/>
                </a:cubicBezTo>
                <a:cubicBezTo>
                  <a:pt x="147778" y="85270"/>
                  <a:pt x="138188" y="92434"/>
                  <a:pt x="127645" y="92434"/>
                </a:cubicBezTo>
                <a:lnTo>
                  <a:pt x="99366" y="92434"/>
                </a:lnTo>
                <a:cubicBezTo>
                  <a:pt x="91712" y="92434"/>
                  <a:pt x="85501" y="98644"/>
                  <a:pt x="85501" y="106299"/>
                </a:cubicBezTo>
                <a:cubicBezTo>
                  <a:pt x="85501" y="107281"/>
                  <a:pt x="85617" y="108234"/>
                  <a:pt x="85790" y="109158"/>
                </a:cubicBezTo>
                <a:cubicBezTo>
                  <a:pt x="86397" y="112105"/>
                  <a:pt x="87668" y="114935"/>
                  <a:pt x="88910" y="117795"/>
                </a:cubicBezTo>
                <a:cubicBezTo>
                  <a:pt x="90672" y="121781"/>
                  <a:pt x="92405" y="125739"/>
                  <a:pt x="92405" y="129927"/>
                </a:cubicBezTo>
                <a:cubicBezTo>
                  <a:pt x="92405" y="139113"/>
                  <a:pt x="86166" y="147461"/>
                  <a:pt x="76980" y="147836"/>
                </a:cubicBezTo>
                <a:cubicBezTo>
                  <a:pt x="75969" y="147865"/>
                  <a:pt x="74958" y="147894"/>
                  <a:pt x="73918" y="147894"/>
                </a:cubicBezTo>
                <a:cubicBezTo>
                  <a:pt x="33074" y="147894"/>
                  <a:pt x="-29" y="114791"/>
                  <a:pt x="-29" y="73947"/>
                </a:cubicBezTo>
                <a:cubicBezTo>
                  <a:pt x="-29" y="33103"/>
                  <a:pt x="33103" y="0"/>
                  <a:pt x="73947" y="0"/>
                </a:cubicBezTo>
                <a:cubicBezTo>
                  <a:pt x="114791" y="0"/>
                  <a:pt x="147894" y="33103"/>
                  <a:pt x="147894" y="73947"/>
                </a:cubicBezTo>
                <a:close/>
                <a:moveTo>
                  <a:pt x="36973" y="83190"/>
                </a:moveTo>
                <a:cubicBezTo>
                  <a:pt x="36973" y="78089"/>
                  <a:pt x="32832" y="73947"/>
                  <a:pt x="27730" y="73947"/>
                </a:cubicBezTo>
                <a:cubicBezTo>
                  <a:pt x="22629" y="73947"/>
                  <a:pt x="18487" y="78089"/>
                  <a:pt x="18487" y="83190"/>
                </a:cubicBezTo>
                <a:cubicBezTo>
                  <a:pt x="18487" y="88292"/>
                  <a:pt x="22629" y="92434"/>
                  <a:pt x="27730" y="92434"/>
                </a:cubicBezTo>
                <a:cubicBezTo>
                  <a:pt x="32832" y="92434"/>
                  <a:pt x="36973" y="88292"/>
                  <a:pt x="36973" y="83190"/>
                </a:cubicBezTo>
                <a:close/>
                <a:moveTo>
                  <a:pt x="36973" y="55460"/>
                </a:moveTo>
                <a:cubicBezTo>
                  <a:pt x="42075" y="55460"/>
                  <a:pt x="46217" y="51318"/>
                  <a:pt x="46217" y="46217"/>
                </a:cubicBezTo>
                <a:cubicBezTo>
                  <a:pt x="46217" y="41115"/>
                  <a:pt x="42075" y="36973"/>
                  <a:pt x="36973" y="36973"/>
                </a:cubicBezTo>
                <a:cubicBezTo>
                  <a:pt x="31872" y="36973"/>
                  <a:pt x="27730" y="41115"/>
                  <a:pt x="27730" y="46217"/>
                </a:cubicBezTo>
                <a:cubicBezTo>
                  <a:pt x="27730" y="51318"/>
                  <a:pt x="31872" y="55460"/>
                  <a:pt x="36973" y="55460"/>
                </a:cubicBezTo>
                <a:close/>
                <a:moveTo>
                  <a:pt x="83190" y="27730"/>
                </a:moveTo>
                <a:cubicBezTo>
                  <a:pt x="83190" y="22629"/>
                  <a:pt x="79048" y="18487"/>
                  <a:pt x="73947" y="18487"/>
                </a:cubicBezTo>
                <a:cubicBezTo>
                  <a:pt x="68845" y="18487"/>
                  <a:pt x="64704" y="22629"/>
                  <a:pt x="64704" y="27730"/>
                </a:cubicBezTo>
                <a:cubicBezTo>
                  <a:pt x="64704" y="32832"/>
                  <a:pt x="68845" y="36973"/>
                  <a:pt x="73947" y="36973"/>
                </a:cubicBezTo>
                <a:cubicBezTo>
                  <a:pt x="79048" y="36973"/>
                  <a:pt x="83190" y="32832"/>
                  <a:pt x="83190" y="27730"/>
                </a:cubicBezTo>
                <a:close/>
                <a:moveTo>
                  <a:pt x="110920" y="55460"/>
                </a:moveTo>
                <a:cubicBezTo>
                  <a:pt x="116022" y="55460"/>
                  <a:pt x="120164" y="51318"/>
                  <a:pt x="120164" y="46217"/>
                </a:cubicBezTo>
                <a:cubicBezTo>
                  <a:pt x="120164" y="41115"/>
                  <a:pt x="116022" y="36973"/>
                  <a:pt x="110920" y="36973"/>
                </a:cubicBezTo>
                <a:cubicBezTo>
                  <a:pt x="105819" y="36973"/>
                  <a:pt x="101677" y="41115"/>
                  <a:pt x="101677" y="46217"/>
                </a:cubicBezTo>
                <a:cubicBezTo>
                  <a:pt x="101677" y="51318"/>
                  <a:pt x="105819" y="55460"/>
                  <a:pt x="110920" y="5546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6" name="Text 24"/>
          <p:cNvSpPr/>
          <p:nvPr/>
        </p:nvSpPr>
        <p:spPr>
          <a:xfrm>
            <a:off x="3627508" y="3929843"/>
            <a:ext cx="84114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 de Arte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68694" y="4188658"/>
            <a:ext cx="23755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 independiente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1575" y="4607690"/>
            <a:ext cx="2540899" cy="673739"/>
          </a:xfrm>
          <a:custGeom>
            <a:avLst/>
            <a:gdLst/>
            <a:ahLst/>
            <a:cxnLst/>
            <a:rect l="l" t="t" r="r" b="b"/>
            <a:pathLst>
              <a:path w="2540899" h="673739">
                <a:moveTo>
                  <a:pt x="73950" y="0"/>
                </a:moveTo>
                <a:lnTo>
                  <a:pt x="2466949" y="0"/>
                </a:lnTo>
                <a:cubicBezTo>
                  <a:pt x="2507790" y="0"/>
                  <a:pt x="2540899" y="33108"/>
                  <a:pt x="2540899" y="73950"/>
                </a:cubicBezTo>
                <a:lnTo>
                  <a:pt x="2540899" y="599789"/>
                </a:lnTo>
                <a:cubicBezTo>
                  <a:pt x="2540899" y="640630"/>
                  <a:pt x="2507790" y="673739"/>
                  <a:pt x="2466949" y="673739"/>
                </a:cubicBezTo>
                <a:lnTo>
                  <a:pt x="73950" y="673739"/>
                </a:lnTo>
                <a:cubicBezTo>
                  <a:pt x="33136" y="673739"/>
                  <a:pt x="0" y="640603"/>
                  <a:pt x="0" y="599789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2821" y="4759693"/>
            <a:ext cx="92434" cy="147894"/>
          </a:xfrm>
          <a:custGeom>
            <a:avLst/>
            <a:gdLst/>
            <a:ahLst/>
            <a:cxnLst/>
            <a:rect l="l" t="t" r="r" b="b"/>
            <a:pathLst>
              <a:path w="92434" h="147894">
                <a:moveTo>
                  <a:pt x="27730" y="18487"/>
                </a:moveTo>
                <a:cubicBezTo>
                  <a:pt x="27730" y="8284"/>
                  <a:pt x="36014" y="0"/>
                  <a:pt x="46217" y="0"/>
                </a:cubicBezTo>
                <a:cubicBezTo>
                  <a:pt x="56420" y="0"/>
                  <a:pt x="64704" y="8284"/>
                  <a:pt x="64704" y="18487"/>
                </a:cubicBezTo>
                <a:cubicBezTo>
                  <a:pt x="64704" y="28690"/>
                  <a:pt x="56420" y="36973"/>
                  <a:pt x="46217" y="36973"/>
                </a:cubicBezTo>
                <a:cubicBezTo>
                  <a:pt x="36014" y="36973"/>
                  <a:pt x="27730" y="28690"/>
                  <a:pt x="27730" y="18487"/>
                </a:cubicBezTo>
                <a:close/>
                <a:moveTo>
                  <a:pt x="41595" y="110920"/>
                </a:moveTo>
                <a:lnTo>
                  <a:pt x="41595" y="138650"/>
                </a:lnTo>
                <a:cubicBezTo>
                  <a:pt x="41595" y="143763"/>
                  <a:pt x="37465" y="147894"/>
                  <a:pt x="32352" y="147894"/>
                </a:cubicBezTo>
                <a:cubicBezTo>
                  <a:pt x="27239" y="147894"/>
                  <a:pt x="23108" y="143763"/>
                  <a:pt x="23108" y="138650"/>
                </a:cubicBezTo>
                <a:lnTo>
                  <a:pt x="23108" y="83133"/>
                </a:lnTo>
                <a:lnTo>
                  <a:pt x="17071" y="92723"/>
                </a:lnTo>
                <a:cubicBezTo>
                  <a:pt x="14356" y="97055"/>
                  <a:pt x="8637" y="98326"/>
                  <a:pt x="4333" y="95611"/>
                </a:cubicBezTo>
                <a:cubicBezTo>
                  <a:pt x="29" y="92896"/>
                  <a:pt x="-1300" y="87205"/>
                  <a:pt x="1415" y="82901"/>
                </a:cubicBezTo>
                <a:lnTo>
                  <a:pt x="12941" y="64617"/>
                </a:lnTo>
                <a:cubicBezTo>
                  <a:pt x="20133" y="53149"/>
                  <a:pt x="32698" y="46217"/>
                  <a:pt x="46217" y="46217"/>
                </a:cubicBezTo>
                <a:cubicBezTo>
                  <a:pt x="59735" y="46217"/>
                  <a:pt x="72300" y="53149"/>
                  <a:pt x="79493" y="64588"/>
                </a:cubicBezTo>
                <a:lnTo>
                  <a:pt x="91018" y="82901"/>
                </a:lnTo>
                <a:cubicBezTo>
                  <a:pt x="93734" y="87234"/>
                  <a:pt x="92434" y="92925"/>
                  <a:pt x="88130" y="95640"/>
                </a:cubicBezTo>
                <a:cubicBezTo>
                  <a:pt x="83826" y="98355"/>
                  <a:pt x="78106" y="97055"/>
                  <a:pt x="75391" y="92751"/>
                </a:cubicBezTo>
                <a:lnTo>
                  <a:pt x="69325" y="83133"/>
                </a:lnTo>
                <a:lnTo>
                  <a:pt x="69325" y="138650"/>
                </a:lnTo>
                <a:cubicBezTo>
                  <a:pt x="69325" y="143763"/>
                  <a:pt x="65195" y="147894"/>
                  <a:pt x="60082" y="147894"/>
                </a:cubicBezTo>
                <a:cubicBezTo>
                  <a:pt x="54969" y="147894"/>
                  <a:pt x="50839" y="143763"/>
                  <a:pt x="50839" y="138650"/>
                </a:cubicBezTo>
                <a:lnTo>
                  <a:pt x="50839" y="110920"/>
                </a:lnTo>
                <a:lnTo>
                  <a:pt x="41595" y="11092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0" name="Text 28"/>
          <p:cNvSpPr/>
          <p:nvPr/>
        </p:nvSpPr>
        <p:spPr>
          <a:xfrm>
            <a:off x="965418" y="4722719"/>
            <a:ext cx="74871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 Junior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6604" y="4981533"/>
            <a:ext cx="23755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Familias con niños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53665" y="4607690"/>
            <a:ext cx="2540899" cy="673739"/>
          </a:xfrm>
          <a:custGeom>
            <a:avLst/>
            <a:gdLst/>
            <a:ahLst/>
            <a:cxnLst/>
            <a:rect l="l" t="t" r="r" b="b"/>
            <a:pathLst>
              <a:path w="2540899" h="673739">
                <a:moveTo>
                  <a:pt x="73950" y="0"/>
                </a:moveTo>
                <a:lnTo>
                  <a:pt x="2466949" y="0"/>
                </a:lnTo>
                <a:cubicBezTo>
                  <a:pt x="2507790" y="0"/>
                  <a:pt x="2540899" y="33108"/>
                  <a:pt x="2540899" y="73950"/>
                </a:cubicBezTo>
                <a:lnTo>
                  <a:pt x="2540899" y="599789"/>
                </a:lnTo>
                <a:cubicBezTo>
                  <a:pt x="2540899" y="640630"/>
                  <a:pt x="2507790" y="673739"/>
                  <a:pt x="2466949" y="673739"/>
                </a:cubicBezTo>
                <a:lnTo>
                  <a:pt x="73950" y="673739"/>
                </a:lnTo>
                <a:cubicBezTo>
                  <a:pt x="33136" y="673739"/>
                  <a:pt x="0" y="640603"/>
                  <a:pt x="0" y="599789"/>
                </a:cubicBezTo>
                <a:lnTo>
                  <a:pt x="0" y="73950"/>
                </a:lnTo>
                <a:cubicBezTo>
                  <a:pt x="0" y="33136"/>
                  <a:pt x="33136" y="0"/>
                  <a:pt x="739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7180" y="4759693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18458" y="4160"/>
                </a:moveTo>
                <a:cubicBezTo>
                  <a:pt x="18227" y="1791"/>
                  <a:pt x="16234" y="0"/>
                  <a:pt x="13865" y="0"/>
                </a:cubicBezTo>
                <a:cubicBezTo>
                  <a:pt x="11496" y="0"/>
                  <a:pt x="9503" y="1791"/>
                  <a:pt x="9243" y="4131"/>
                </a:cubicBezTo>
                <a:lnTo>
                  <a:pt x="5171" y="43242"/>
                </a:lnTo>
                <a:cubicBezTo>
                  <a:pt x="4795" y="44975"/>
                  <a:pt x="4622" y="46737"/>
                  <a:pt x="4622" y="48499"/>
                </a:cubicBezTo>
                <a:cubicBezTo>
                  <a:pt x="4622" y="61757"/>
                  <a:pt x="14761" y="72647"/>
                  <a:pt x="27730" y="73831"/>
                </a:cubicBezTo>
                <a:lnTo>
                  <a:pt x="27730" y="138650"/>
                </a:lnTo>
                <a:cubicBezTo>
                  <a:pt x="27730" y="143763"/>
                  <a:pt x="31861" y="147894"/>
                  <a:pt x="36973" y="147894"/>
                </a:cubicBezTo>
                <a:cubicBezTo>
                  <a:pt x="42086" y="147894"/>
                  <a:pt x="46217" y="143763"/>
                  <a:pt x="46217" y="138650"/>
                </a:cubicBezTo>
                <a:lnTo>
                  <a:pt x="46217" y="73831"/>
                </a:lnTo>
                <a:cubicBezTo>
                  <a:pt x="59186" y="72647"/>
                  <a:pt x="69325" y="61757"/>
                  <a:pt x="69325" y="48499"/>
                </a:cubicBezTo>
                <a:cubicBezTo>
                  <a:pt x="69325" y="46737"/>
                  <a:pt x="69152" y="44975"/>
                  <a:pt x="68776" y="43242"/>
                </a:cubicBezTo>
                <a:lnTo>
                  <a:pt x="64675" y="4131"/>
                </a:lnTo>
                <a:cubicBezTo>
                  <a:pt x="64444" y="1791"/>
                  <a:pt x="62450" y="0"/>
                  <a:pt x="60082" y="0"/>
                </a:cubicBezTo>
                <a:cubicBezTo>
                  <a:pt x="57713" y="0"/>
                  <a:pt x="55720" y="1791"/>
                  <a:pt x="55489" y="4160"/>
                </a:cubicBezTo>
                <a:lnTo>
                  <a:pt x="51561" y="43299"/>
                </a:lnTo>
                <a:cubicBezTo>
                  <a:pt x="51387" y="44946"/>
                  <a:pt x="50001" y="46217"/>
                  <a:pt x="48354" y="46217"/>
                </a:cubicBezTo>
                <a:cubicBezTo>
                  <a:pt x="46679" y="46217"/>
                  <a:pt x="45292" y="44946"/>
                  <a:pt x="45119" y="43271"/>
                </a:cubicBezTo>
                <a:lnTo>
                  <a:pt x="41566" y="4217"/>
                </a:lnTo>
                <a:cubicBezTo>
                  <a:pt x="41364" y="1820"/>
                  <a:pt x="39371" y="0"/>
                  <a:pt x="36973" y="0"/>
                </a:cubicBezTo>
                <a:cubicBezTo>
                  <a:pt x="34576" y="0"/>
                  <a:pt x="32583" y="1820"/>
                  <a:pt x="32381" y="4217"/>
                </a:cubicBezTo>
                <a:lnTo>
                  <a:pt x="28828" y="43271"/>
                </a:lnTo>
                <a:cubicBezTo>
                  <a:pt x="28683" y="44946"/>
                  <a:pt x="27268" y="46217"/>
                  <a:pt x="25593" y="46217"/>
                </a:cubicBezTo>
                <a:cubicBezTo>
                  <a:pt x="23917" y="46217"/>
                  <a:pt x="22531" y="44946"/>
                  <a:pt x="22386" y="43299"/>
                </a:cubicBezTo>
                <a:lnTo>
                  <a:pt x="18458" y="4160"/>
                </a:lnTo>
                <a:close/>
                <a:moveTo>
                  <a:pt x="129407" y="0"/>
                </a:moveTo>
                <a:cubicBezTo>
                  <a:pt x="124785" y="0"/>
                  <a:pt x="92434" y="9243"/>
                  <a:pt x="92434" y="50839"/>
                </a:cubicBezTo>
                <a:lnTo>
                  <a:pt x="92434" y="83190"/>
                </a:lnTo>
                <a:cubicBezTo>
                  <a:pt x="92434" y="93387"/>
                  <a:pt x="100724" y="101677"/>
                  <a:pt x="110920" y="101677"/>
                </a:cubicBezTo>
                <a:lnTo>
                  <a:pt x="120164" y="101677"/>
                </a:lnTo>
                <a:lnTo>
                  <a:pt x="120164" y="138650"/>
                </a:lnTo>
                <a:cubicBezTo>
                  <a:pt x="120164" y="143763"/>
                  <a:pt x="124294" y="147894"/>
                  <a:pt x="129407" y="147894"/>
                </a:cubicBezTo>
                <a:cubicBezTo>
                  <a:pt x="134520" y="147894"/>
                  <a:pt x="138650" y="143763"/>
                  <a:pt x="138650" y="138650"/>
                </a:cubicBezTo>
                <a:lnTo>
                  <a:pt x="138650" y="9243"/>
                </a:lnTo>
                <a:cubicBezTo>
                  <a:pt x="138650" y="4131"/>
                  <a:pt x="134520" y="0"/>
                  <a:pt x="129407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3627508" y="4722719"/>
            <a:ext cx="896607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Gastronomía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68694" y="4981533"/>
            <a:ext cx="2375545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Cinecafé, Coffee Tree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3843" y="5622407"/>
            <a:ext cx="5609696" cy="1228341"/>
          </a:xfrm>
          <a:custGeom>
            <a:avLst/>
            <a:gdLst/>
            <a:ahLst/>
            <a:cxnLst/>
            <a:rect l="l" t="t" r="r" b="b"/>
            <a:pathLst>
              <a:path w="5609696" h="1228341">
                <a:moveTo>
                  <a:pt x="110919" y="0"/>
                </a:moveTo>
                <a:lnTo>
                  <a:pt x="5498777" y="0"/>
                </a:lnTo>
                <a:cubicBezTo>
                  <a:pt x="5560036" y="0"/>
                  <a:pt x="5609696" y="49660"/>
                  <a:pt x="5609696" y="110919"/>
                </a:cubicBezTo>
                <a:lnTo>
                  <a:pt x="5609696" y="1117422"/>
                </a:lnTo>
                <a:cubicBezTo>
                  <a:pt x="5609696" y="1178680"/>
                  <a:pt x="5560036" y="1228341"/>
                  <a:pt x="5498777" y="1228341"/>
                </a:cubicBezTo>
                <a:lnTo>
                  <a:pt x="110919" y="1228341"/>
                </a:lnTo>
                <a:cubicBezTo>
                  <a:pt x="49660" y="1228341"/>
                  <a:pt x="0" y="1178680"/>
                  <a:pt x="0" y="1117422"/>
                </a:cubicBezTo>
                <a:lnTo>
                  <a:pt x="0" y="110919"/>
                </a:lnTo>
                <a:cubicBezTo>
                  <a:pt x="0" y="49660"/>
                  <a:pt x="49660" y="0"/>
                  <a:pt x="11091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373" y="5848354"/>
            <a:ext cx="207976" cy="184867"/>
          </a:xfrm>
          <a:custGeom>
            <a:avLst/>
            <a:gdLst/>
            <a:ahLst/>
            <a:cxnLst/>
            <a:rect l="l" t="t" r="r" b="b"/>
            <a:pathLst>
              <a:path w="207976" h="184867">
                <a:moveTo>
                  <a:pt x="185012" y="86657"/>
                </a:moveTo>
                <a:lnTo>
                  <a:pt x="121464" y="86657"/>
                </a:lnTo>
                <a:cubicBezTo>
                  <a:pt x="115073" y="86657"/>
                  <a:pt x="109909" y="81493"/>
                  <a:pt x="109909" y="75102"/>
                </a:cubicBezTo>
                <a:lnTo>
                  <a:pt x="109909" y="11554"/>
                </a:lnTo>
                <a:cubicBezTo>
                  <a:pt x="109909" y="5163"/>
                  <a:pt x="115109" y="-72"/>
                  <a:pt x="121428" y="758"/>
                </a:cubicBezTo>
                <a:cubicBezTo>
                  <a:pt x="160062" y="5885"/>
                  <a:pt x="190681" y="36504"/>
                  <a:pt x="195808" y="75138"/>
                </a:cubicBezTo>
                <a:cubicBezTo>
                  <a:pt x="196638" y="81457"/>
                  <a:pt x="191403" y="86657"/>
                  <a:pt x="185012" y="86657"/>
                </a:cubicBezTo>
                <a:close/>
                <a:moveTo>
                  <a:pt x="80374" y="13432"/>
                </a:moveTo>
                <a:cubicBezTo>
                  <a:pt x="86909" y="12060"/>
                  <a:pt x="92578" y="17404"/>
                  <a:pt x="92578" y="24083"/>
                </a:cubicBezTo>
                <a:lnTo>
                  <a:pt x="92578" y="95322"/>
                </a:lnTo>
                <a:cubicBezTo>
                  <a:pt x="92578" y="97344"/>
                  <a:pt x="93300" y="99294"/>
                  <a:pt x="94564" y="100847"/>
                </a:cubicBezTo>
                <a:lnTo>
                  <a:pt x="142261" y="158401"/>
                </a:lnTo>
                <a:cubicBezTo>
                  <a:pt x="146486" y="163492"/>
                  <a:pt x="145583" y="171183"/>
                  <a:pt x="139770" y="174324"/>
                </a:cubicBezTo>
                <a:cubicBezTo>
                  <a:pt x="127457" y="181040"/>
                  <a:pt x="113340" y="184867"/>
                  <a:pt x="98355" y="184867"/>
                </a:cubicBezTo>
                <a:cubicBezTo>
                  <a:pt x="50514" y="184867"/>
                  <a:pt x="11699" y="146052"/>
                  <a:pt x="11699" y="98211"/>
                </a:cubicBezTo>
                <a:cubicBezTo>
                  <a:pt x="11699" y="56507"/>
                  <a:pt x="41126" y="21700"/>
                  <a:pt x="80374" y="13432"/>
                </a:cubicBezTo>
                <a:close/>
                <a:moveTo>
                  <a:pt x="172519" y="103988"/>
                </a:moveTo>
                <a:lnTo>
                  <a:pt x="195627" y="103988"/>
                </a:lnTo>
                <a:cubicBezTo>
                  <a:pt x="202307" y="103988"/>
                  <a:pt x="207651" y="109657"/>
                  <a:pt x="206279" y="116192"/>
                </a:cubicBezTo>
                <a:cubicBezTo>
                  <a:pt x="202596" y="133668"/>
                  <a:pt x="193641" y="149194"/>
                  <a:pt x="181148" y="161037"/>
                </a:cubicBezTo>
                <a:cubicBezTo>
                  <a:pt x="176707" y="165261"/>
                  <a:pt x="169739" y="164359"/>
                  <a:pt x="165839" y="159629"/>
                </a:cubicBezTo>
                <a:lnTo>
                  <a:pt x="135365" y="122908"/>
                </a:lnTo>
                <a:cubicBezTo>
                  <a:pt x="129118" y="115362"/>
                  <a:pt x="134498" y="103988"/>
                  <a:pt x="144247" y="103988"/>
                </a:cubicBezTo>
                <a:lnTo>
                  <a:pt x="172483" y="10398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8" name="Text 36"/>
          <p:cNvSpPr/>
          <p:nvPr/>
        </p:nvSpPr>
        <p:spPr>
          <a:xfrm>
            <a:off x="793902" y="5811381"/>
            <a:ext cx="509309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Estrategia de Captura de Valor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2818" y="6181115"/>
            <a:ext cx="530569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formato cobra un 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 diferente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apunta a un 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segmento socioeconómico distinto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maximizando ingresos y cobertura de mercado.</a:t>
            </a:r>
            <a:endParaRPr lang="en-US" sz="1600" dirty="0"/>
          </a:p>
        </p:txBody>
      </p:sp>
      <p:pic>
        <p:nvPicPr>
          <p:cNvPr id="40" name="Image 0" descr="https://kimi-web-img.moonshot.cn/img/cdn.prod.website-files.com/8596d3ed6495b1a389a1421b0fd705a10c776571.webp">    </p:cNvPr>
          <p:cNvPicPr>
            <a:picLocks noChangeAspect="1"/>
          </p:cNvPicPr>
          <p:nvPr/>
        </p:nvPicPr>
        <p:blipFill>
          <a:blip r:embed="rId1"/>
          <a:srcRect l="0" r="0" t="25717" b="25717"/>
          <a:stretch/>
        </p:blipFill>
        <p:spPr>
          <a:xfrm>
            <a:off x="6207434" y="1700779"/>
            <a:ext cx="5582993" cy="2033541"/>
          </a:xfrm>
          <a:prstGeom prst="roundRect">
            <a:avLst>
              <a:gd name="adj" fmla="val 5455"/>
            </a:avLst>
          </a:prstGeom>
        </p:spPr>
      </p:pic>
      <p:sp>
        <p:nvSpPr>
          <p:cNvPr id="41" name="Shape 38"/>
          <p:cNvSpPr/>
          <p:nvPr/>
        </p:nvSpPr>
        <p:spPr>
          <a:xfrm>
            <a:off x="6211542" y="3923295"/>
            <a:ext cx="5609696" cy="2929120"/>
          </a:xfrm>
          <a:custGeom>
            <a:avLst/>
            <a:gdLst/>
            <a:ahLst/>
            <a:cxnLst/>
            <a:rect l="l" t="t" r="r" b="b"/>
            <a:pathLst>
              <a:path w="5609696" h="2929120">
                <a:moveTo>
                  <a:pt x="110926" y="0"/>
                </a:moveTo>
                <a:lnTo>
                  <a:pt x="5498770" y="0"/>
                </a:lnTo>
                <a:cubicBezTo>
                  <a:pt x="5560033" y="0"/>
                  <a:pt x="5609696" y="49663"/>
                  <a:pt x="5609696" y="110926"/>
                </a:cubicBezTo>
                <a:lnTo>
                  <a:pt x="5609696" y="2818194"/>
                </a:lnTo>
                <a:cubicBezTo>
                  <a:pt x="5609696" y="2879457"/>
                  <a:pt x="5560033" y="2929120"/>
                  <a:pt x="5498770" y="2929120"/>
                </a:cubicBezTo>
                <a:lnTo>
                  <a:pt x="110926" y="2929120"/>
                </a:lnTo>
                <a:cubicBezTo>
                  <a:pt x="49663" y="2929120"/>
                  <a:pt x="0" y="2879457"/>
                  <a:pt x="0" y="2818194"/>
                </a:cubicBezTo>
                <a:lnTo>
                  <a:pt x="0" y="110926"/>
                </a:lnTo>
                <a:cubicBezTo>
                  <a:pt x="0" y="49663"/>
                  <a:pt x="49663" y="0"/>
                  <a:pt x="11092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60600" y="4204576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61759" y="92434"/>
                </a:moveTo>
                <a:cubicBezTo>
                  <a:pt x="161759" y="54172"/>
                  <a:pt x="130695" y="23108"/>
                  <a:pt x="92434" y="23108"/>
                </a:cubicBezTo>
                <a:cubicBezTo>
                  <a:pt x="54172" y="23108"/>
                  <a:pt x="23108" y="54172"/>
                  <a:pt x="23108" y="92434"/>
                </a:cubicBezTo>
                <a:cubicBezTo>
                  <a:pt x="23108" y="130695"/>
                  <a:pt x="54172" y="161759"/>
                  <a:pt x="92434" y="161759"/>
                </a:cubicBezTo>
                <a:cubicBezTo>
                  <a:pt x="130695" y="161759"/>
                  <a:pt x="161759" y="130695"/>
                  <a:pt x="161759" y="92434"/>
                </a:cubicBezTo>
                <a:close/>
                <a:moveTo>
                  <a:pt x="0" y="92434"/>
                </a:moveTo>
                <a:cubicBezTo>
                  <a:pt x="0" y="41418"/>
                  <a:pt x="41418" y="0"/>
                  <a:pt x="92434" y="0"/>
                </a:cubicBezTo>
                <a:cubicBezTo>
                  <a:pt x="143449" y="0"/>
                  <a:pt x="184867" y="41418"/>
                  <a:pt x="184867" y="92434"/>
                </a:cubicBezTo>
                <a:cubicBezTo>
                  <a:pt x="184867" y="143449"/>
                  <a:pt x="143449" y="184867"/>
                  <a:pt x="92434" y="184867"/>
                </a:cubicBezTo>
                <a:cubicBezTo>
                  <a:pt x="41418" y="184867"/>
                  <a:pt x="0" y="143449"/>
                  <a:pt x="0" y="92434"/>
                </a:cubicBezTo>
                <a:close/>
                <a:moveTo>
                  <a:pt x="92434" y="121319"/>
                </a:moveTo>
                <a:cubicBezTo>
                  <a:pt x="108376" y="121319"/>
                  <a:pt x="121319" y="108376"/>
                  <a:pt x="121319" y="92434"/>
                </a:cubicBezTo>
                <a:cubicBezTo>
                  <a:pt x="121319" y="76491"/>
                  <a:pt x="108376" y="63548"/>
                  <a:pt x="92434" y="63548"/>
                </a:cubicBezTo>
                <a:cubicBezTo>
                  <a:pt x="76491" y="63548"/>
                  <a:pt x="63548" y="76491"/>
                  <a:pt x="63548" y="92434"/>
                </a:cubicBezTo>
                <a:cubicBezTo>
                  <a:pt x="63548" y="108376"/>
                  <a:pt x="76491" y="121319"/>
                  <a:pt x="92434" y="121319"/>
                </a:cubicBezTo>
                <a:close/>
                <a:moveTo>
                  <a:pt x="92434" y="40440"/>
                </a:moveTo>
                <a:cubicBezTo>
                  <a:pt x="121130" y="40440"/>
                  <a:pt x="144428" y="63737"/>
                  <a:pt x="144428" y="92434"/>
                </a:cubicBezTo>
                <a:cubicBezTo>
                  <a:pt x="144428" y="121130"/>
                  <a:pt x="121130" y="144428"/>
                  <a:pt x="92434" y="144428"/>
                </a:cubicBezTo>
                <a:cubicBezTo>
                  <a:pt x="63737" y="144428"/>
                  <a:pt x="40440" y="121130"/>
                  <a:pt x="40440" y="92434"/>
                </a:cubicBezTo>
                <a:cubicBezTo>
                  <a:pt x="40440" y="63737"/>
                  <a:pt x="63737" y="40440"/>
                  <a:pt x="92434" y="40440"/>
                </a:cubicBezTo>
                <a:close/>
                <a:moveTo>
                  <a:pt x="80879" y="92434"/>
                </a:moveTo>
                <a:cubicBezTo>
                  <a:pt x="80879" y="86057"/>
                  <a:pt x="86057" y="80879"/>
                  <a:pt x="92434" y="80879"/>
                </a:cubicBezTo>
                <a:cubicBezTo>
                  <a:pt x="98811" y="80879"/>
                  <a:pt x="103988" y="86057"/>
                  <a:pt x="103988" y="92434"/>
                </a:cubicBezTo>
                <a:cubicBezTo>
                  <a:pt x="103988" y="98811"/>
                  <a:pt x="98811" y="103988"/>
                  <a:pt x="92434" y="103988"/>
                </a:cubicBezTo>
                <a:cubicBezTo>
                  <a:pt x="86057" y="103988"/>
                  <a:pt x="80879" y="98811"/>
                  <a:pt x="80879" y="92434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3" name="Text 40"/>
          <p:cNvSpPr/>
          <p:nvPr/>
        </p:nvSpPr>
        <p:spPr>
          <a:xfrm>
            <a:off x="6668575" y="4149245"/>
            <a:ext cx="5037635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Beneficios Estratégicos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37491" y="4629771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184867" y="0"/>
                </a:moveTo>
                <a:lnTo>
                  <a:pt x="184867" y="0"/>
                </a:lnTo>
                <a:cubicBezTo>
                  <a:pt x="286898" y="0"/>
                  <a:pt x="369735" y="82836"/>
                  <a:pt x="369735" y="184867"/>
                </a:cubicBezTo>
                <a:lnTo>
                  <a:pt x="369735" y="184867"/>
                </a:lnTo>
                <a:cubicBezTo>
                  <a:pt x="369735" y="286898"/>
                  <a:pt x="286898" y="369735"/>
                  <a:pt x="184867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5" name="Text 42"/>
          <p:cNvSpPr/>
          <p:nvPr/>
        </p:nvSpPr>
        <p:spPr>
          <a:xfrm>
            <a:off x="6590135" y="4685231"/>
            <a:ext cx="14789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918146" y="4629771"/>
            <a:ext cx="194110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Ampliación de Base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918146" y="4888585"/>
            <a:ext cx="1931864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Captura múltiples segmentos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37491" y="5258320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184867" y="0"/>
                </a:moveTo>
                <a:lnTo>
                  <a:pt x="184867" y="0"/>
                </a:lnTo>
                <a:cubicBezTo>
                  <a:pt x="286898" y="0"/>
                  <a:pt x="369735" y="82836"/>
                  <a:pt x="369735" y="184867"/>
                </a:cubicBezTo>
                <a:lnTo>
                  <a:pt x="369735" y="184867"/>
                </a:lnTo>
                <a:cubicBezTo>
                  <a:pt x="369735" y="286898"/>
                  <a:pt x="286898" y="369735"/>
                  <a:pt x="184867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9" name="Text 46"/>
          <p:cNvSpPr/>
          <p:nvPr/>
        </p:nvSpPr>
        <p:spPr>
          <a:xfrm>
            <a:off x="6580250" y="5313780"/>
            <a:ext cx="16638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918146" y="5258320"/>
            <a:ext cx="183018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Protección de Ingresos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918146" y="5517134"/>
            <a:ext cx="182094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Resiliencia ante variaciones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437491" y="5886869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184867" y="0"/>
                </a:moveTo>
                <a:lnTo>
                  <a:pt x="184867" y="0"/>
                </a:lnTo>
                <a:cubicBezTo>
                  <a:pt x="286898" y="0"/>
                  <a:pt x="369735" y="82836"/>
                  <a:pt x="369735" y="184867"/>
                </a:cubicBezTo>
                <a:lnTo>
                  <a:pt x="369735" y="184867"/>
                </a:lnTo>
                <a:cubicBezTo>
                  <a:pt x="369735" y="286898"/>
                  <a:pt x="286898" y="369735"/>
                  <a:pt x="184867" y="369735"/>
                </a:cubicBezTo>
                <a:lnTo>
                  <a:pt x="184867" y="369735"/>
                </a:lnTo>
                <a:cubicBezTo>
                  <a:pt x="82836" y="369735"/>
                  <a:pt x="0" y="286898"/>
                  <a:pt x="0" y="184867"/>
                </a:cubicBezTo>
                <a:lnTo>
                  <a:pt x="0" y="184867"/>
                </a:lnTo>
                <a:cubicBezTo>
                  <a:pt x="0" y="82836"/>
                  <a:pt x="82836" y="0"/>
                  <a:pt x="184867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3" name="Text 50"/>
          <p:cNvSpPr/>
          <p:nvPr/>
        </p:nvSpPr>
        <p:spPr>
          <a:xfrm>
            <a:off x="6580891" y="5942329"/>
            <a:ext cx="166381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918146" y="5886869"/>
            <a:ext cx="170077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Diferenciación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918146" y="6145683"/>
            <a:ext cx="169153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Ventaja competitiva clara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461" y="377461"/>
            <a:ext cx="1179567" cy="415207"/>
          </a:xfrm>
          <a:custGeom>
            <a:avLst/>
            <a:gdLst/>
            <a:ahLst/>
            <a:cxnLst/>
            <a:rect l="l" t="t" r="r" b="b"/>
            <a:pathLst>
              <a:path w="1179567" h="415207">
                <a:moveTo>
                  <a:pt x="75493" y="0"/>
                </a:moveTo>
                <a:lnTo>
                  <a:pt x="1104074" y="0"/>
                </a:lnTo>
                <a:cubicBezTo>
                  <a:pt x="1145767" y="0"/>
                  <a:pt x="1179567" y="33799"/>
                  <a:pt x="1179567" y="75493"/>
                </a:cubicBezTo>
                <a:lnTo>
                  <a:pt x="1179567" y="339714"/>
                </a:lnTo>
                <a:cubicBezTo>
                  <a:pt x="1179567" y="381408"/>
                  <a:pt x="1145767" y="415207"/>
                  <a:pt x="1104074" y="415207"/>
                </a:cubicBezTo>
                <a:lnTo>
                  <a:pt x="75493" y="415207"/>
                </a:lnTo>
                <a:cubicBezTo>
                  <a:pt x="33827" y="415207"/>
                  <a:pt x="0" y="381380"/>
                  <a:pt x="0" y="339714"/>
                </a:cubicBezTo>
                <a:lnTo>
                  <a:pt x="0" y="75493"/>
                </a:lnTo>
                <a:cubicBezTo>
                  <a:pt x="0" y="33827"/>
                  <a:pt x="33827" y="0"/>
                  <a:pt x="75493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" name="Text 1"/>
          <p:cNvSpPr/>
          <p:nvPr/>
        </p:nvSpPr>
        <p:spPr>
          <a:xfrm>
            <a:off x="528446" y="486507"/>
            <a:ext cx="964361" cy="19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OBJETIVO 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09847" y="471827"/>
            <a:ext cx="1255059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spc="119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Rentabilidad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7461" y="905907"/>
            <a:ext cx="1166355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7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Transformación del Modelo de Ingresos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7461" y="1509845"/>
            <a:ext cx="905907" cy="37746"/>
          </a:xfrm>
          <a:custGeom>
            <a:avLst/>
            <a:gdLst/>
            <a:ahLst/>
            <a:cxnLst/>
            <a:rect l="l" t="t" r="r" b="b"/>
            <a:pathLst>
              <a:path w="905907" h="37746">
                <a:moveTo>
                  <a:pt x="0" y="0"/>
                </a:moveTo>
                <a:lnTo>
                  <a:pt x="905907" y="0"/>
                </a:lnTo>
                <a:lnTo>
                  <a:pt x="905907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394237" y="1736322"/>
            <a:ext cx="5027575" cy="2812087"/>
          </a:xfrm>
          <a:custGeom>
            <a:avLst/>
            <a:gdLst/>
            <a:ahLst/>
            <a:cxnLst/>
            <a:rect l="l" t="t" r="r" b="b"/>
            <a:pathLst>
              <a:path w="5027575" h="2812087">
                <a:moveTo>
                  <a:pt x="33552" y="0"/>
                </a:moveTo>
                <a:lnTo>
                  <a:pt x="4914332" y="0"/>
                </a:lnTo>
                <a:cubicBezTo>
                  <a:pt x="4976874" y="0"/>
                  <a:pt x="5027575" y="50700"/>
                  <a:pt x="5027575" y="113243"/>
                </a:cubicBezTo>
                <a:lnTo>
                  <a:pt x="5027575" y="2698844"/>
                </a:lnTo>
                <a:cubicBezTo>
                  <a:pt x="5027575" y="2761386"/>
                  <a:pt x="4976874" y="2812087"/>
                  <a:pt x="4914332" y="2812087"/>
                </a:cubicBezTo>
                <a:lnTo>
                  <a:pt x="33552" y="2812087"/>
                </a:lnTo>
                <a:cubicBezTo>
                  <a:pt x="15022" y="2812087"/>
                  <a:pt x="0" y="2797065"/>
                  <a:pt x="0" y="2778535"/>
                </a:cubicBezTo>
                <a:lnTo>
                  <a:pt x="0" y="33552"/>
                </a:lnTo>
                <a:cubicBezTo>
                  <a:pt x="0" y="15034"/>
                  <a:pt x="15034" y="0"/>
                  <a:pt x="33552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C5A0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94237" y="1736322"/>
            <a:ext cx="33552" cy="2812087"/>
          </a:xfrm>
          <a:custGeom>
            <a:avLst/>
            <a:gdLst/>
            <a:ahLst/>
            <a:cxnLst/>
            <a:rect l="l" t="t" r="r" b="b"/>
            <a:pathLst>
              <a:path w="33552" h="2812087">
                <a:moveTo>
                  <a:pt x="33552" y="0"/>
                </a:moveTo>
                <a:lnTo>
                  <a:pt x="33552" y="0"/>
                </a:lnTo>
                <a:lnTo>
                  <a:pt x="33552" y="2812087"/>
                </a:lnTo>
                <a:lnTo>
                  <a:pt x="33552" y="2812087"/>
                </a:lnTo>
                <a:cubicBezTo>
                  <a:pt x="15022" y="2812087"/>
                  <a:pt x="0" y="2797065"/>
                  <a:pt x="0" y="2778535"/>
                </a:cubicBezTo>
                <a:lnTo>
                  <a:pt x="0" y="33552"/>
                </a:lnTo>
                <a:cubicBezTo>
                  <a:pt x="0" y="15034"/>
                  <a:pt x="15034" y="0"/>
                  <a:pt x="33552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9" name="Shape 7"/>
          <p:cNvSpPr/>
          <p:nvPr/>
        </p:nvSpPr>
        <p:spPr>
          <a:xfrm>
            <a:off x="661082" y="2019287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185266" y="55513"/>
                </a:moveTo>
                <a:lnTo>
                  <a:pt x="149879" y="90900"/>
                </a:lnTo>
                <a:cubicBezTo>
                  <a:pt x="146487" y="94292"/>
                  <a:pt x="141437" y="95287"/>
                  <a:pt x="137014" y="93444"/>
                </a:cubicBezTo>
                <a:cubicBezTo>
                  <a:pt x="132591" y="91601"/>
                  <a:pt x="129752" y="87325"/>
                  <a:pt x="129752" y="82570"/>
                </a:cubicBezTo>
                <a:lnTo>
                  <a:pt x="129752" y="58978"/>
                </a:lnTo>
                <a:lnTo>
                  <a:pt x="11796" y="58978"/>
                </a:lnTo>
                <a:cubicBezTo>
                  <a:pt x="5271" y="58978"/>
                  <a:pt x="0" y="53707"/>
                  <a:pt x="0" y="47183"/>
                </a:cubicBezTo>
                <a:cubicBezTo>
                  <a:pt x="0" y="40658"/>
                  <a:pt x="5271" y="35387"/>
                  <a:pt x="11796" y="35387"/>
                </a:cubicBezTo>
                <a:lnTo>
                  <a:pt x="129752" y="35387"/>
                </a:lnTo>
                <a:lnTo>
                  <a:pt x="129752" y="11796"/>
                </a:lnTo>
                <a:cubicBezTo>
                  <a:pt x="129752" y="7041"/>
                  <a:pt x="132628" y="2728"/>
                  <a:pt x="137051" y="885"/>
                </a:cubicBezTo>
                <a:cubicBezTo>
                  <a:pt x="141474" y="-958"/>
                  <a:pt x="146524" y="74"/>
                  <a:pt x="149916" y="3428"/>
                </a:cubicBezTo>
                <a:lnTo>
                  <a:pt x="185303" y="38815"/>
                </a:lnTo>
                <a:cubicBezTo>
                  <a:pt x="189910" y="43423"/>
                  <a:pt x="189910" y="50906"/>
                  <a:pt x="185303" y="55513"/>
                </a:cubicBezTo>
                <a:close/>
                <a:moveTo>
                  <a:pt x="38815" y="185266"/>
                </a:moveTo>
                <a:lnTo>
                  <a:pt x="3428" y="149879"/>
                </a:lnTo>
                <a:cubicBezTo>
                  <a:pt x="-1180" y="145271"/>
                  <a:pt x="-1180" y="137788"/>
                  <a:pt x="3428" y="133180"/>
                </a:cubicBezTo>
                <a:lnTo>
                  <a:pt x="38815" y="97793"/>
                </a:lnTo>
                <a:cubicBezTo>
                  <a:pt x="42206" y="94402"/>
                  <a:pt x="47256" y="93407"/>
                  <a:pt x="51680" y="95250"/>
                </a:cubicBezTo>
                <a:cubicBezTo>
                  <a:pt x="56103" y="97093"/>
                  <a:pt x="58978" y="101406"/>
                  <a:pt x="58978" y="106161"/>
                </a:cubicBezTo>
                <a:lnTo>
                  <a:pt x="58978" y="129752"/>
                </a:lnTo>
                <a:lnTo>
                  <a:pt x="176935" y="129752"/>
                </a:lnTo>
                <a:cubicBezTo>
                  <a:pt x="183459" y="129752"/>
                  <a:pt x="188731" y="135024"/>
                  <a:pt x="188731" y="141548"/>
                </a:cubicBezTo>
                <a:cubicBezTo>
                  <a:pt x="188731" y="148072"/>
                  <a:pt x="183459" y="153344"/>
                  <a:pt x="176935" y="153344"/>
                </a:cubicBezTo>
                <a:lnTo>
                  <a:pt x="58978" y="153344"/>
                </a:lnTo>
                <a:lnTo>
                  <a:pt x="58978" y="176935"/>
                </a:lnTo>
                <a:cubicBezTo>
                  <a:pt x="58978" y="181690"/>
                  <a:pt x="56103" y="186003"/>
                  <a:pt x="51680" y="187846"/>
                </a:cubicBezTo>
                <a:cubicBezTo>
                  <a:pt x="47256" y="189689"/>
                  <a:pt x="42206" y="188657"/>
                  <a:pt x="38815" y="185303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873404" y="1962799"/>
            <a:ext cx="4435170" cy="3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3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Reorientación Estratégica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7490" y="2415623"/>
            <a:ext cx="4642774" cy="556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7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Uno de los objetivos más relevantes es la </a:t>
            </a:r>
            <a:pPr>
              <a:lnSpc>
                <a:spcPct val="140000"/>
              </a:lnSpc>
            </a:pPr>
            <a:r>
              <a:rPr lang="en-US" sz="1337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reorientación de la estructura de ingresos</a:t>
            </a:r>
            <a:pPr>
              <a:lnSpc>
                <a:spcPct val="140000"/>
              </a:lnSpc>
            </a:pPr>
            <a:r>
              <a:rPr lang="en-US" sz="1337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hacia la dulcería y gastronomía.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490" y="3156391"/>
            <a:ext cx="4557845" cy="1170130"/>
          </a:xfrm>
          <a:custGeom>
            <a:avLst/>
            <a:gdLst/>
            <a:ahLst/>
            <a:cxnLst/>
            <a:rect l="l" t="t" r="r" b="b"/>
            <a:pathLst>
              <a:path w="4557845" h="1170130">
                <a:moveTo>
                  <a:pt x="75497" y="0"/>
                </a:moveTo>
                <a:lnTo>
                  <a:pt x="4482348" y="0"/>
                </a:lnTo>
                <a:cubicBezTo>
                  <a:pt x="4524044" y="0"/>
                  <a:pt x="4557845" y="33801"/>
                  <a:pt x="4557845" y="75497"/>
                </a:cubicBezTo>
                <a:lnTo>
                  <a:pt x="4557845" y="1094633"/>
                </a:lnTo>
                <a:cubicBezTo>
                  <a:pt x="4557845" y="1136329"/>
                  <a:pt x="4524044" y="1170130"/>
                  <a:pt x="4482348" y="1170130"/>
                </a:cubicBezTo>
                <a:lnTo>
                  <a:pt x="75497" y="1170130"/>
                </a:lnTo>
                <a:cubicBezTo>
                  <a:pt x="33801" y="1170130"/>
                  <a:pt x="0" y="1136329"/>
                  <a:pt x="0" y="1094633"/>
                </a:cubicBezTo>
                <a:lnTo>
                  <a:pt x="0" y="75497"/>
                </a:lnTo>
                <a:cubicBezTo>
                  <a:pt x="0" y="33801"/>
                  <a:pt x="33801" y="0"/>
                  <a:pt x="754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6221" y="3439487"/>
            <a:ext cx="262335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Contribución en Temporadas Altas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86414" y="3345122"/>
            <a:ext cx="953090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7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60%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221" y="3911314"/>
            <a:ext cx="4255876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las ganancias totales provienen de comida y bebida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655" y="4708176"/>
            <a:ext cx="5038060" cy="2150481"/>
          </a:xfrm>
          <a:custGeom>
            <a:avLst/>
            <a:gdLst/>
            <a:ahLst/>
            <a:cxnLst/>
            <a:rect l="l" t="t" r="r" b="b"/>
            <a:pathLst>
              <a:path w="5038060" h="2150481">
                <a:moveTo>
                  <a:pt x="113244" y="0"/>
                </a:moveTo>
                <a:lnTo>
                  <a:pt x="4924816" y="0"/>
                </a:lnTo>
                <a:cubicBezTo>
                  <a:pt x="4987359" y="0"/>
                  <a:pt x="5038060" y="50701"/>
                  <a:pt x="5038060" y="113244"/>
                </a:cubicBezTo>
                <a:lnTo>
                  <a:pt x="5038060" y="2037237"/>
                </a:lnTo>
                <a:cubicBezTo>
                  <a:pt x="5038060" y="2099780"/>
                  <a:pt x="4987359" y="2150481"/>
                  <a:pt x="4924816" y="2150481"/>
                </a:cubicBezTo>
                <a:lnTo>
                  <a:pt x="113244" y="2150481"/>
                </a:lnTo>
                <a:cubicBezTo>
                  <a:pt x="50701" y="2150481"/>
                  <a:pt x="0" y="2099780"/>
                  <a:pt x="0" y="2037237"/>
                </a:cubicBezTo>
                <a:lnTo>
                  <a:pt x="0" y="113244"/>
                </a:lnTo>
                <a:cubicBezTo>
                  <a:pt x="0" y="50701"/>
                  <a:pt x="50701" y="0"/>
                  <a:pt x="11324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171" y="4938845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23591" y="23591"/>
                </a:moveTo>
                <a:cubicBezTo>
                  <a:pt x="23591" y="17067"/>
                  <a:pt x="18320" y="11796"/>
                  <a:pt x="11796" y="11796"/>
                </a:cubicBezTo>
                <a:cubicBezTo>
                  <a:pt x="5271" y="11796"/>
                  <a:pt x="0" y="17067"/>
                  <a:pt x="0" y="23591"/>
                </a:cubicBezTo>
                <a:lnTo>
                  <a:pt x="0" y="147446"/>
                </a:lnTo>
                <a:cubicBezTo>
                  <a:pt x="0" y="163739"/>
                  <a:pt x="13196" y="176935"/>
                  <a:pt x="29489" y="176935"/>
                </a:cubicBezTo>
                <a:lnTo>
                  <a:pt x="176935" y="176935"/>
                </a:lnTo>
                <a:cubicBezTo>
                  <a:pt x="183459" y="176935"/>
                  <a:pt x="188731" y="171664"/>
                  <a:pt x="188731" y="165139"/>
                </a:cubicBezTo>
                <a:cubicBezTo>
                  <a:pt x="188731" y="158615"/>
                  <a:pt x="183459" y="153344"/>
                  <a:pt x="176935" y="153344"/>
                </a:cubicBezTo>
                <a:lnTo>
                  <a:pt x="29489" y="153344"/>
                </a:lnTo>
                <a:cubicBezTo>
                  <a:pt x="26245" y="153344"/>
                  <a:pt x="23591" y="150690"/>
                  <a:pt x="23591" y="147446"/>
                </a:cubicBezTo>
                <a:lnTo>
                  <a:pt x="23591" y="23591"/>
                </a:lnTo>
                <a:close/>
                <a:moveTo>
                  <a:pt x="173470" y="55513"/>
                </a:moveTo>
                <a:cubicBezTo>
                  <a:pt x="178078" y="50906"/>
                  <a:pt x="178078" y="43423"/>
                  <a:pt x="173470" y="38815"/>
                </a:cubicBezTo>
                <a:cubicBezTo>
                  <a:pt x="168862" y="34207"/>
                  <a:pt x="161379" y="34207"/>
                  <a:pt x="156772" y="38815"/>
                </a:cubicBezTo>
                <a:lnTo>
                  <a:pt x="117957" y="77667"/>
                </a:lnTo>
                <a:lnTo>
                  <a:pt x="96798" y="56545"/>
                </a:lnTo>
                <a:cubicBezTo>
                  <a:pt x="92190" y="51938"/>
                  <a:pt x="84708" y="51938"/>
                  <a:pt x="80100" y="56545"/>
                </a:cubicBezTo>
                <a:lnTo>
                  <a:pt x="44713" y="91932"/>
                </a:lnTo>
                <a:cubicBezTo>
                  <a:pt x="40105" y="96540"/>
                  <a:pt x="40105" y="104023"/>
                  <a:pt x="44713" y="108631"/>
                </a:cubicBezTo>
                <a:cubicBezTo>
                  <a:pt x="49321" y="113238"/>
                  <a:pt x="56804" y="113238"/>
                  <a:pt x="61411" y="108631"/>
                </a:cubicBezTo>
                <a:lnTo>
                  <a:pt x="88467" y="81574"/>
                </a:lnTo>
                <a:lnTo>
                  <a:pt x="109626" y="102733"/>
                </a:lnTo>
                <a:cubicBezTo>
                  <a:pt x="114234" y="107341"/>
                  <a:pt x="121717" y="107341"/>
                  <a:pt x="126324" y="102733"/>
                </a:cubicBezTo>
                <a:lnTo>
                  <a:pt x="173507" y="5555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8" name="Text 16"/>
          <p:cNvSpPr/>
          <p:nvPr/>
        </p:nvSpPr>
        <p:spPr>
          <a:xfrm>
            <a:off x="810493" y="4901099"/>
            <a:ext cx="451066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Análisis de Márgenes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6376" y="5354053"/>
            <a:ext cx="212322" cy="188731"/>
          </a:xfrm>
          <a:custGeom>
            <a:avLst/>
            <a:gdLst/>
            <a:ahLst/>
            <a:cxnLst/>
            <a:rect l="l" t="t" r="r" b="b"/>
            <a:pathLst>
              <a:path w="212322" h="188731">
                <a:moveTo>
                  <a:pt x="0" y="47183"/>
                </a:moveTo>
                <a:cubicBezTo>
                  <a:pt x="0" y="34171"/>
                  <a:pt x="10579" y="23591"/>
                  <a:pt x="23591" y="23591"/>
                </a:cubicBezTo>
                <a:lnTo>
                  <a:pt x="188731" y="23591"/>
                </a:lnTo>
                <a:cubicBezTo>
                  <a:pt x="201743" y="23591"/>
                  <a:pt x="212322" y="34171"/>
                  <a:pt x="212322" y="47183"/>
                </a:cubicBezTo>
                <a:lnTo>
                  <a:pt x="212322" y="70774"/>
                </a:lnTo>
                <a:cubicBezTo>
                  <a:pt x="212322" y="74018"/>
                  <a:pt x="209594" y="76561"/>
                  <a:pt x="206535" y="77630"/>
                </a:cubicBezTo>
                <a:cubicBezTo>
                  <a:pt x="199605" y="80026"/>
                  <a:pt x="194628" y="86624"/>
                  <a:pt x="194628" y="94365"/>
                </a:cubicBezTo>
                <a:cubicBezTo>
                  <a:pt x="194628" y="102106"/>
                  <a:pt x="199605" y="108704"/>
                  <a:pt x="206535" y="111100"/>
                </a:cubicBezTo>
                <a:cubicBezTo>
                  <a:pt x="209594" y="112169"/>
                  <a:pt x="212322" y="114713"/>
                  <a:pt x="212322" y="117957"/>
                </a:cubicBezTo>
                <a:lnTo>
                  <a:pt x="212322" y="141548"/>
                </a:lnTo>
                <a:cubicBezTo>
                  <a:pt x="212322" y="154560"/>
                  <a:pt x="201743" y="165139"/>
                  <a:pt x="188731" y="165139"/>
                </a:cubicBezTo>
                <a:lnTo>
                  <a:pt x="23591" y="165139"/>
                </a:lnTo>
                <a:cubicBezTo>
                  <a:pt x="10579" y="165139"/>
                  <a:pt x="0" y="154560"/>
                  <a:pt x="0" y="141548"/>
                </a:cubicBezTo>
                <a:lnTo>
                  <a:pt x="0" y="117957"/>
                </a:lnTo>
                <a:cubicBezTo>
                  <a:pt x="0" y="114713"/>
                  <a:pt x="2728" y="112169"/>
                  <a:pt x="5787" y="111100"/>
                </a:cubicBezTo>
                <a:cubicBezTo>
                  <a:pt x="12717" y="108704"/>
                  <a:pt x="17693" y="102106"/>
                  <a:pt x="17693" y="94365"/>
                </a:cubicBezTo>
                <a:cubicBezTo>
                  <a:pt x="17693" y="86624"/>
                  <a:pt x="12717" y="80026"/>
                  <a:pt x="5787" y="77630"/>
                </a:cubicBezTo>
                <a:cubicBezTo>
                  <a:pt x="2728" y="76561"/>
                  <a:pt x="0" y="74018"/>
                  <a:pt x="0" y="70774"/>
                </a:cubicBezTo>
                <a:lnTo>
                  <a:pt x="0" y="47183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23732" y="5316307"/>
            <a:ext cx="1321115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Venta de Boletos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55080" y="5335180"/>
            <a:ext cx="2047728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Alto volumen, márgenes bajos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8171" y="573151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24292" y="84228"/>
                </a:moveTo>
                <a:cubicBezTo>
                  <a:pt x="29194" y="49947"/>
                  <a:pt x="58720" y="23591"/>
                  <a:pt x="94365" y="23591"/>
                </a:cubicBezTo>
                <a:cubicBezTo>
                  <a:pt x="113902" y="23591"/>
                  <a:pt x="131595" y="31517"/>
                  <a:pt x="144423" y="44307"/>
                </a:cubicBezTo>
                <a:cubicBezTo>
                  <a:pt x="144497" y="44381"/>
                  <a:pt x="144571" y="44455"/>
                  <a:pt x="144644" y="44529"/>
                </a:cubicBezTo>
                <a:lnTo>
                  <a:pt x="147446" y="47183"/>
                </a:lnTo>
                <a:lnTo>
                  <a:pt x="129789" y="47183"/>
                </a:lnTo>
                <a:cubicBezTo>
                  <a:pt x="123265" y="47183"/>
                  <a:pt x="117994" y="52454"/>
                  <a:pt x="117994" y="58978"/>
                </a:cubicBezTo>
                <a:cubicBezTo>
                  <a:pt x="117994" y="65503"/>
                  <a:pt x="123265" y="70774"/>
                  <a:pt x="129789" y="70774"/>
                </a:cubicBezTo>
                <a:lnTo>
                  <a:pt x="176972" y="70774"/>
                </a:lnTo>
                <a:cubicBezTo>
                  <a:pt x="183496" y="70774"/>
                  <a:pt x="188768" y="65503"/>
                  <a:pt x="188768" y="58978"/>
                </a:cubicBezTo>
                <a:lnTo>
                  <a:pt x="188768" y="11796"/>
                </a:lnTo>
                <a:cubicBezTo>
                  <a:pt x="188768" y="5271"/>
                  <a:pt x="183496" y="0"/>
                  <a:pt x="176972" y="0"/>
                </a:cubicBezTo>
                <a:cubicBezTo>
                  <a:pt x="170447" y="0"/>
                  <a:pt x="165176" y="5271"/>
                  <a:pt x="165176" y="11796"/>
                </a:cubicBezTo>
                <a:lnTo>
                  <a:pt x="165176" y="31480"/>
                </a:lnTo>
                <a:lnTo>
                  <a:pt x="161011" y="27536"/>
                </a:lnTo>
                <a:cubicBezTo>
                  <a:pt x="143944" y="10542"/>
                  <a:pt x="120353" y="0"/>
                  <a:pt x="94365" y="0"/>
                </a:cubicBezTo>
                <a:cubicBezTo>
                  <a:pt x="46814" y="0"/>
                  <a:pt x="7483" y="35166"/>
                  <a:pt x="958" y="80911"/>
                </a:cubicBezTo>
                <a:cubicBezTo>
                  <a:pt x="37" y="87362"/>
                  <a:pt x="4497" y="93333"/>
                  <a:pt x="10948" y="94255"/>
                </a:cubicBezTo>
                <a:cubicBezTo>
                  <a:pt x="17399" y="95176"/>
                  <a:pt x="23370" y="90679"/>
                  <a:pt x="24292" y="84265"/>
                </a:cubicBezTo>
                <a:close/>
                <a:moveTo>
                  <a:pt x="187772" y="107820"/>
                </a:moveTo>
                <a:cubicBezTo>
                  <a:pt x="188694" y="101369"/>
                  <a:pt x="184197" y="95397"/>
                  <a:pt x="177783" y="94476"/>
                </a:cubicBezTo>
                <a:cubicBezTo>
                  <a:pt x="171369" y="93554"/>
                  <a:pt x="165360" y="98051"/>
                  <a:pt x="164439" y="104465"/>
                </a:cubicBezTo>
                <a:cubicBezTo>
                  <a:pt x="159536" y="138747"/>
                  <a:pt x="130010" y="165102"/>
                  <a:pt x="94365" y="165102"/>
                </a:cubicBezTo>
                <a:cubicBezTo>
                  <a:pt x="74829" y="165102"/>
                  <a:pt x="57135" y="157177"/>
                  <a:pt x="44307" y="144386"/>
                </a:cubicBezTo>
                <a:cubicBezTo>
                  <a:pt x="44234" y="144313"/>
                  <a:pt x="44160" y="144239"/>
                  <a:pt x="44086" y="144165"/>
                </a:cubicBezTo>
                <a:lnTo>
                  <a:pt x="41285" y="141511"/>
                </a:lnTo>
                <a:lnTo>
                  <a:pt x="58941" y="141511"/>
                </a:lnTo>
                <a:cubicBezTo>
                  <a:pt x="65466" y="141511"/>
                  <a:pt x="70737" y="136240"/>
                  <a:pt x="70737" y="129715"/>
                </a:cubicBezTo>
                <a:cubicBezTo>
                  <a:pt x="70737" y="123191"/>
                  <a:pt x="65466" y="117920"/>
                  <a:pt x="58941" y="117920"/>
                </a:cubicBezTo>
                <a:lnTo>
                  <a:pt x="11796" y="117957"/>
                </a:lnTo>
                <a:cubicBezTo>
                  <a:pt x="8662" y="117957"/>
                  <a:pt x="5640" y="119210"/>
                  <a:pt x="3428" y="121458"/>
                </a:cubicBezTo>
                <a:cubicBezTo>
                  <a:pt x="1216" y="123707"/>
                  <a:pt x="-37" y="126693"/>
                  <a:pt x="0" y="129863"/>
                </a:cubicBezTo>
                <a:lnTo>
                  <a:pt x="369" y="176677"/>
                </a:lnTo>
                <a:cubicBezTo>
                  <a:pt x="405" y="183201"/>
                  <a:pt x="5750" y="188436"/>
                  <a:pt x="12275" y="188362"/>
                </a:cubicBezTo>
                <a:cubicBezTo>
                  <a:pt x="18799" y="188288"/>
                  <a:pt x="24034" y="182980"/>
                  <a:pt x="23960" y="176456"/>
                </a:cubicBezTo>
                <a:lnTo>
                  <a:pt x="23812" y="157472"/>
                </a:lnTo>
                <a:lnTo>
                  <a:pt x="27757" y="161195"/>
                </a:lnTo>
                <a:cubicBezTo>
                  <a:pt x="44824" y="178188"/>
                  <a:pt x="68378" y="188731"/>
                  <a:pt x="94365" y="188731"/>
                </a:cubicBezTo>
                <a:cubicBezTo>
                  <a:pt x="141917" y="188731"/>
                  <a:pt x="181248" y="153565"/>
                  <a:pt x="187772" y="10782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923732" y="5693768"/>
            <a:ext cx="69830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Dulcería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64263" y="5712641"/>
            <a:ext cx="114182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Márgenes reales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171" y="6108975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23591" y="23591"/>
                </a:moveTo>
                <a:cubicBezTo>
                  <a:pt x="10579" y="23591"/>
                  <a:pt x="0" y="34171"/>
                  <a:pt x="0" y="47183"/>
                </a:cubicBezTo>
                <a:lnTo>
                  <a:pt x="0" y="141548"/>
                </a:lnTo>
                <a:cubicBezTo>
                  <a:pt x="0" y="154560"/>
                  <a:pt x="10579" y="165139"/>
                  <a:pt x="23591" y="165139"/>
                </a:cubicBezTo>
                <a:lnTo>
                  <a:pt x="165139" y="165139"/>
                </a:lnTo>
                <a:cubicBezTo>
                  <a:pt x="178151" y="165139"/>
                  <a:pt x="188731" y="154560"/>
                  <a:pt x="188731" y="141548"/>
                </a:cubicBezTo>
                <a:lnTo>
                  <a:pt x="188731" y="47183"/>
                </a:lnTo>
                <a:cubicBezTo>
                  <a:pt x="188731" y="34171"/>
                  <a:pt x="178151" y="23591"/>
                  <a:pt x="165139" y="23591"/>
                </a:cubicBezTo>
                <a:lnTo>
                  <a:pt x="23591" y="23591"/>
                </a:lnTo>
                <a:close/>
                <a:moveTo>
                  <a:pt x="153344" y="67825"/>
                </a:moveTo>
                <a:lnTo>
                  <a:pt x="153344" y="120906"/>
                </a:lnTo>
                <a:cubicBezTo>
                  <a:pt x="153344" y="125808"/>
                  <a:pt x="149399" y="129752"/>
                  <a:pt x="144497" y="129752"/>
                </a:cubicBezTo>
                <a:cubicBezTo>
                  <a:pt x="141880" y="129752"/>
                  <a:pt x="139521" y="128610"/>
                  <a:pt x="137899" y="126803"/>
                </a:cubicBezTo>
                <a:cubicBezTo>
                  <a:pt x="134139" y="128683"/>
                  <a:pt x="129863" y="129752"/>
                  <a:pt x="125329" y="129752"/>
                </a:cubicBezTo>
                <a:cubicBezTo>
                  <a:pt x="109847" y="129752"/>
                  <a:pt x="97314" y="117219"/>
                  <a:pt x="97314" y="101738"/>
                </a:cubicBezTo>
                <a:cubicBezTo>
                  <a:pt x="97314" y="86256"/>
                  <a:pt x="109847" y="73723"/>
                  <a:pt x="125329" y="73723"/>
                </a:cubicBezTo>
                <a:cubicBezTo>
                  <a:pt x="128978" y="73723"/>
                  <a:pt x="132443" y="74423"/>
                  <a:pt x="135650" y="75677"/>
                </a:cubicBezTo>
                <a:lnTo>
                  <a:pt x="135650" y="67825"/>
                </a:lnTo>
                <a:cubicBezTo>
                  <a:pt x="135650" y="62923"/>
                  <a:pt x="139594" y="58978"/>
                  <a:pt x="144497" y="58978"/>
                </a:cubicBezTo>
                <a:cubicBezTo>
                  <a:pt x="149399" y="58978"/>
                  <a:pt x="153344" y="62923"/>
                  <a:pt x="153344" y="67825"/>
                </a:cubicBezTo>
                <a:close/>
                <a:moveTo>
                  <a:pt x="135650" y="101738"/>
                </a:moveTo>
                <a:cubicBezTo>
                  <a:pt x="135650" y="96041"/>
                  <a:pt x="131025" y="91416"/>
                  <a:pt x="125329" y="91416"/>
                </a:cubicBezTo>
                <a:cubicBezTo>
                  <a:pt x="119633" y="91416"/>
                  <a:pt x="115008" y="96041"/>
                  <a:pt x="115008" y="101738"/>
                </a:cubicBezTo>
                <a:cubicBezTo>
                  <a:pt x="115008" y="107434"/>
                  <a:pt x="119633" y="112059"/>
                  <a:pt x="125329" y="112059"/>
                </a:cubicBezTo>
                <a:cubicBezTo>
                  <a:pt x="131025" y="112059"/>
                  <a:pt x="135650" y="107434"/>
                  <a:pt x="135650" y="101738"/>
                </a:cubicBezTo>
                <a:close/>
                <a:moveTo>
                  <a:pt x="58978" y="76672"/>
                </a:moveTo>
                <a:cubicBezTo>
                  <a:pt x="55735" y="76672"/>
                  <a:pt x="53080" y="79326"/>
                  <a:pt x="53080" y="82570"/>
                </a:cubicBezTo>
                <a:lnTo>
                  <a:pt x="53080" y="94365"/>
                </a:lnTo>
                <a:lnTo>
                  <a:pt x="70774" y="94365"/>
                </a:lnTo>
                <a:lnTo>
                  <a:pt x="70774" y="82570"/>
                </a:lnTo>
                <a:cubicBezTo>
                  <a:pt x="70774" y="79326"/>
                  <a:pt x="68120" y="76672"/>
                  <a:pt x="64876" y="76672"/>
                </a:cubicBezTo>
                <a:lnTo>
                  <a:pt x="58978" y="76672"/>
                </a:lnTo>
                <a:close/>
                <a:moveTo>
                  <a:pt x="70774" y="112059"/>
                </a:moveTo>
                <a:lnTo>
                  <a:pt x="53080" y="112059"/>
                </a:lnTo>
                <a:lnTo>
                  <a:pt x="53080" y="120906"/>
                </a:lnTo>
                <a:cubicBezTo>
                  <a:pt x="53080" y="125808"/>
                  <a:pt x="49136" y="129752"/>
                  <a:pt x="44234" y="129752"/>
                </a:cubicBezTo>
                <a:cubicBezTo>
                  <a:pt x="39331" y="129752"/>
                  <a:pt x="35387" y="125808"/>
                  <a:pt x="35387" y="120906"/>
                </a:cubicBezTo>
                <a:lnTo>
                  <a:pt x="35387" y="82570"/>
                </a:lnTo>
                <a:cubicBezTo>
                  <a:pt x="35387" y="69558"/>
                  <a:pt x="45966" y="58978"/>
                  <a:pt x="58978" y="58978"/>
                </a:cubicBezTo>
                <a:lnTo>
                  <a:pt x="64876" y="58978"/>
                </a:lnTo>
                <a:cubicBezTo>
                  <a:pt x="77888" y="58978"/>
                  <a:pt x="88467" y="69558"/>
                  <a:pt x="88467" y="82570"/>
                </a:cubicBezTo>
                <a:lnTo>
                  <a:pt x="88467" y="120906"/>
                </a:lnTo>
                <a:cubicBezTo>
                  <a:pt x="88467" y="125808"/>
                  <a:pt x="84523" y="129752"/>
                  <a:pt x="79621" y="129752"/>
                </a:cubicBezTo>
                <a:cubicBezTo>
                  <a:pt x="74718" y="129752"/>
                  <a:pt x="70774" y="125808"/>
                  <a:pt x="70774" y="120906"/>
                </a:cubicBezTo>
                <a:lnTo>
                  <a:pt x="70774" y="112059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6" name="Text 24"/>
          <p:cNvSpPr/>
          <p:nvPr/>
        </p:nvSpPr>
        <p:spPr>
          <a:xfrm>
            <a:off x="923732" y="6071229"/>
            <a:ext cx="849288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Publicidad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22716" y="6090102"/>
            <a:ext cx="117956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 adicional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54842" y="1740516"/>
            <a:ext cx="6161007" cy="3367794"/>
          </a:xfrm>
          <a:custGeom>
            <a:avLst/>
            <a:gdLst/>
            <a:ahLst/>
            <a:cxnLst/>
            <a:rect l="l" t="t" r="r" b="b"/>
            <a:pathLst>
              <a:path w="6161007" h="3367794">
                <a:moveTo>
                  <a:pt x="113225" y="0"/>
                </a:moveTo>
                <a:lnTo>
                  <a:pt x="6047782" y="0"/>
                </a:lnTo>
                <a:cubicBezTo>
                  <a:pt x="6110315" y="0"/>
                  <a:pt x="6161007" y="50693"/>
                  <a:pt x="6161007" y="113225"/>
                </a:cubicBezTo>
                <a:lnTo>
                  <a:pt x="6161007" y="3254568"/>
                </a:lnTo>
                <a:cubicBezTo>
                  <a:pt x="6161007" y="3317101"/>
                  <a:pt x="6110315" y="3367794"/>
                  <a:pt x="6047782" y="3367794"/>
                </a:cubicBezTo>
                <a:lnTo>
                  <a:pt x="113225" y="3367794"/>
                </a:lnTo>
                <a:cubicBezTo>
                  <a:pt x="50693" y="3367794"/>
                  <a:pt x="0" y="3317101"/>
                  <a:pt x="0" y="3254568"/>
                </a:cubicBezTo>
                <a:lnTo>
                  <a:pt x="0" y="113225"/>
                </a:lnTo>
                <a:cubicBezTo>
                  <a:pt x="0" y="50693"/>
                  <a:pt x="50693" y="0"/>
                  <a:pt x="1132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09104" y="2027675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47183" y="35387"/>
                </a:moveTo>
                <a:lnTo>
                  <a:pt x="47183" y="29489"/>
                </a:lnTo>
                <a:cubicBezTo>
                  <a:pt x="47183" y="13196"/>
                  <a:pt x="78884" y="0"/>
                  <a:pt x="117957" y="0"/>
                </a:cubicBezTo>
                <a:cubicBezTo>
                  <a:pt x="157030" y="0"/>
                  <a:pt x="188731" y="13196"/>
                  <a:pt x="188731" y="29489"/>
                </a:cubicBezTo>
                <a:lnTo>
                  <a:pt x="188731" y="35387"/>
                </a:lnTo>
                <a:cubicBezTo>
                  <a:pt x="188731" y="46667"/>
                  <a:pt x="173507" y="56472"/>
                  <a:pt x="151132" y="61448"/>
                </a:cubicBezTo>
                <a:cubicBezTo>
                  <a:pt x="150247" y="60416"/>
                  <a:pt x="149326" y="59421"/>
                  <a:pt x="148404" y="58499"/>
                </a:cubicBezTo>
                <a:cubicBezTo>
                  <a:pt x="142691" y="52859"/>
                  <a:pt x="135318" y="48583"/>
                  <a:pt x="127614" y="45413"/>
                </a:cubicBezTo>
                <a:cubicBezTo>
                  <a:pt x="112169" y="38963"/>
                  <a:pt x="92043" y="35424"/>
                  <a:pt x="70774" y="35424"/>
                </a:cubicBezTo>
                <a:cubicBezTo>
                  <a:pt x="62701" y="35424"/>
                  <a:pt x="54813" y="35940"/>
                  <a:pt x="47256" y="36935"/>
                </a:cubicBezTo>
                <a:cubicBezTo>
                  <a:pt x="47183" y="36456"/>
                  <a:pt x="47183" y="35940"/>
                  <a:pt x="47183" y="35424"/>
                </a:cubicBezTo>
                <a:close/>
                <a:moveTo>
                  <a:pt x="159241" y="130121"/>
                </a:moveTo>
                <a:lnTo>
                  <a:pt x="159241" y="113091"/>
                </a:lnTo>
                <a:cubicBezTo>
                  <a:pt x="164808" y="111653"/>
                  <a:pt x="170042" y="109958"/>
                  <a:pt x="174797" y="107967"/>
                </a:cubicBezTo>
                <a:cubicBezTo>
                  <a:pt x="179663" y="105940"/>
                  <a:pt x="184418" y="103470"/>
                  <a:pt x="188731" y="100484"/>
                </a:cubicBezTo>
                <a:lnTo>
                  <a:pt x="188731" y="106161"/>
                </a:lnTo>
                <a:cubicBezTo>
                  <a:pt x="188731" y="116040"/>
                  <a:pt x="177119" y="124776"/>
                  <a:pt x="159241" y="130121"/>
                </a:cubicBezTo>
                <a:close/>
                <a:moveTo>
                  <a:pt x="159241" y="94734"/>
                </a:moveTo>
                <a:lnTo>
                  <a:pt x="159241" y="82570"/>
                </a:lnTo>
                <a:cubicBezTo>
                  <a:pt x="159241" y="80911"/>
                  <a:pt x="159094" y="79326"/>
                  <a:pt x="158873" y="77778"/>
                </a:cubicBezTo>
                <a:cubicBezTo>
                  <a:pt x="164586" y="76340"/>
                  <a:pt x="169931" y="74608"/>
                  <a:pt x="174797" y="72543"/>
                </a:cubicBezTo>
                <a:cubicBezTo>
                  <a:pt x="179663" y="70479"/>
                  <a:pt x="184418" y="68046"/>
                  <a:pt x="188731" y="65060"/>
                </a:cubicBezTo>
                <a:lnTo>
                  <a:pt x="188731" y="70737"/>
                </a:lnTo>
                <a:cubicBezTo>
                  <a:pt x="188731" y="80616"/>
                  <a:pt x="177119" y="89352"/>
                  <a:pt x="159241" y="94697"/>
                </a:cubicBezTo>
                <a:close/>
                <a:moveTo>
                  <a:pt x="0" y="88467"/>
                </a:moveTo>
                <a:lnTo>
                  <a:pt x="0" y="82570"/>
                </a:lnTo>
                <a:cubicBezTo>
                  <a:pt x="0" y="66277"/>
                  <a:pt x="31701" y="53080"/>
                  <a:pt x="70774" y="53080"/>
                </a:cubicBezTo>
                <a:cubicBezTo>
                  <a:pt x="109847" y="53080"/>
                  <a:pt x="141548" y="66277"/>
                  <a:pt x="141548" y="82570"/>
                </a:cubicBezTo>
                <a:lnTo>
                  <a:pt x="141548" y="88467"/>
                </a:lnTo>
                <a:cubicBezTo>
                  <a:pt x="141548" y="104760"/>
                  <a:pt x="109847" y="117957"/>
                  <a:pt x="70774" y="117957"/>
                </a:cubicBezTo>
                <a:cubicBezTo>
                  <a:pt x="31701" y="117957"/>
                  <a:pt x="0" y="104760"/>
                  <a:pt x="0" y="88467"/>
                </a:cubicBezTo>
                <a:close/>
                <a:moveTo>
                  <a:pt x="141548" y="123854"/>
                </a:moveTo>
                <a:cubicBezTo>
                  <a:pt x="141548" y="140147"/>
                  <a:pt x="109847" y="153344"/>
                  <a:pt x="70774" y="153344"/>
                </a:cubicBezTo>
                <a:cubicBezTo>
                  <a:pt x="31701" y="153344"/>
                  <a:pt x="0" y="140147"/>
                  <a:pt x="0" y="123854"/>
                </a:cubicBezTo>
                <a:lnTo>
                  <a:pt x="0" y="118178"/>
                </a:lnTo>
                <a:cubicBezTo>
                  <a:pt x="4276" y="121164"/>
                  <a:pt x="9031" y="123596"/>
                  <a:pt x="13934" y="125661"/>
                </a:cubicBezTo>
                <a:cubicBezTo>
                  <a:pt x="29379" y="132111"/>
                  <a:pt x="49505" y="135650"/>
                  <a:pt x="70774" y="135650"/>
                </a:cubicBezTo>
                <a:cubicBezTo>
                  <a:pt x="92043" y="135650"/>
                  <a:pt x="112169" y="132075"/>
                  <a:pt x="127614" y="125661"/>
                </a:cubicBezTo>
                <a:cubicBezTo>
                  <a:pt x="132480" y="123633"/>
                  <a:pt x="137235" y="121164"/>
                  <a:pt x="141548" y="118178"/>
                </a:cubicBezTo>
                <a:lnTo>
                  <a:pt x="141548" y="123854"/>
                </a:lnTo>
                <a:close/>
                <a:moveTo>
                  <a:pt x="141548" y="153565"/>
                </a:moveTo>
                <a:lnTo>
                  <a:pt x="141548" y="159241"/>
                </a:lnTo>
                <a:cubicBezTo>
                  <a:pt x="141548" y="175534"/>
                  <a:pt x="109847" y="188731"/>
                  <a:pt x="70774" y="188731"/>
                </a:cubicBezTo>
                <a:cubicBezTo>
                  <a:pt x="31701" y="188731"/>
                  <a:pt x="0" y="175534"/>
                  <a:pt x="0" y="159241"/>
                </a:cubicBezTo>
                <a:lnTo>
                  <a:pt x="0" y="153565"/>
                </a:lnTo>
                <a:cubicBezTo>
                  <a:pt x="4276" y="156551"/>
                  <a:pt x="9031" y="158983"/>
                  <a:pt x="13934" y="161048"/>
                </a:cubicBezTo>
                <a:cubicBezTo>
                  <a:pt x="29379" y="167498"/>
                  <a:pt x="49505" y="171037"/>
                  <a:pt x="70774" y="171037"/>
                </a:cubicBezTo>
                <a:cubicBezTo>
                  <a:pt x="92043" y="171037"/>
                  <a:pt x="112169" y="167462"/>
                  <a:pt x="127614" y="161048"/>
                </a:cubicBezTo>
                <a:cubicBezTo>
                  <a:pt x="132480" y="159020"/>
                  <a:pt x="137235" y="156551"/>
                  <a:pt x="141548" y="153565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0" name="Text 28"/>
          <p:cNvSpPr/>
          <p:nvPr/>
        </p:nvSpPr>
        <p:spPr>
          <a:xfrm>
            <a:off x="6121426" y="1971187"/>
            <a:ext cx="5576991" cy="3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3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Productos de Alto Margen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89707" y="2465949"/>
            <a:ext cx="2763856" cy="1121899"/>
          </a:xfrm>
          <a:custGeom>
            <a:avLst/>
            <a:gdLst/>
            <a:ahLst/>
            <a:cxnLst/>
            <a:rect l="l" t="t" r="r" b="b"/>
            <a:pathLst>
              <a:path w="2763856" h="1121899">
                <a:moveTo>
                  <a:pt x="75493" y="0"/>
                </a:moveTo>
                <a:lnTo>
                  <a:pt x="2688363" y="0"/>
                </a:lnTo>
                <a:cubicBezTo>
                  <a:pt x="2730056" y="0"/>
                  <a:pt x="2763856" y="33799"/>
                  <a:pt x="2763856" y="75493"/>
                </a:cubicBezTo>
                <a:lnTo>
                  <a:pt x="2763856" y="1046406"/>
                </a:lnTo>
                <a:cubicBezTo>
                  <a:pt x="2763856" y="1088100"/>
                  <a:pt x="2730056" y="1121899"/>
                  <a:pt x="2688363" y="1121899"/>
                </a:cubicBezTo>
                <a:lnTo>
                  <a:pt x="75493" y="1121899"/>
                </a:lnTo>
                <a:cubicBezTo>
                  <a:pt x="33799" y="1121899"/>
                  <a:pt x="0" y="1088100"/>
                  <a:pt x="0" y="1046406"/>
                </a:cubicBezTo>
                <a:lnTo>
                  <a:pt x="0" y="75493"/>
                </a:lnTo>
                <a:cubicBezTo>
                  <a:pt x="0" y="33827"/>
                  <a:pt x="33827" y="0"/>
                  <a:pt x="7549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795" y="2621131"/>
            <a:ext cx="247709" cy="283096"/>
          </a:xfrm>
          <a:custGeom>
            <a:avLst/>
            <a:gdLst/>
            <a:ahLst/>
            <a:cxnLst/>
            <a:rect l="l" t="t" r="r" b="b"/>
            <a:pathLst>
              <a:path w="247709" h="283096">
                <a:moveTo>
                  <a:pt x="245331" y="115008"/>
                </a:moveTo>
                <a:cubicBezTo>
                  <a:pt x="246824" y="117606"/>
                  <a:pt x="247709" y="120648"/>
                  <a:pt x="247709" y="123854"/>
                </a:cubicBezTo>
                <a:cubicBezTo>
                  <a:pt x="247709" y="133641"/>
                  <a:pt x="239802" y="141548"/>
                  <a:pt x="230015" y="141548"/>
                </a:cubicBezTo>
                <a:lnTo>
                  <a:pt x="227196" y="141548"/>
                </a:lnTo>
                <a:lnTo>
                  <a:pt x="214810" y="259320"/>
                </a:lnTo>
                <a:cubicBezTo>
                  <a:pt x="213373" y="272812"/>
                  <a:pt x="201982" y="283096"/>
                  <a:pt x="188380" y="283096"/>
                </a:cubicBezTo>
                <a:lnTo>
                  <a:pt x="59218" y="283096"/>
                </a:lnTo>
                <a:cubicBezTo>
                  <a:pt x="45616" y="283096"/>
                  <a:pt x="34226" y="272867"/>
                  <a:pt x="32788" y="259320"/>
                </a:cubicBezTo>
                <a:lnTo>
                  <a:pt x="20513" y="141548"/>
                </a:lnTo>
                <a:lnTo>
                  <a:pt x="17693" y="141548"/>
                </a:lnTo>
                <a:cubicBezTo>
                  <a:pt x="7907" y="141548"/>
                  <a:pt x="0" y="133641"/>
                  <a:pt x="0" y="123854"/>
                </a:cubicBezTo>
                <a:cubicBezTo>
                  <a:pt x="0" y="120648"/>
                  <a:pt x="885" y="117606"/>
                  <a:pt x="2378" y="115008"/>
                </a:cubicBezTo>
                <a:lnTo>
                  <a:pt x="245331" y="115008"/>
                </a:lnTo>
                <a:close/>
                <a:moveTo>
                  <a:pt x="123854" y="-8847"/>
                </a:moveTo>
                <a:cubicBezTo>
                  <a:pt x="167812" y="-8847"/>
                  <a:pt x="203475" y="26817"/>
                  <a:pt x="203475" y="70774"/>
                </a:cubicBezTo>
                <a:lnTo>
                  <a:pt x="203475" y="88467"/>
                </a:lnTo>
                <a:lnTo>
                  <a:pt x="176935" y="88467"/>
                </a:lnTo>
                <a:lnTo>
                  <a:pt x="176935" y="70774"/>
                </a:lnTo>
                <a:cubicBezTo>
                  <a:pt x="176935" y="41469"/>
                  <a:pt x="153159" y="17693"/>
                  <a:pt x="123854" y="17693"/>
                </a:cubicBezTo>
                <a:cubicBezTo>
                  <a:pt x="94550" y="17693"/>
                  <a:pt x="70774" y="41469"/>
                  <a:pt x="70774" y="70774"/>
                </a:cubicBezTo>
                <a:lnTo>
                  <a:pt x="70774" y="88467"/>
                </a:lnTo>
                <a:lnTo>
                  <a:pt x="44234" y="88467"/>
                </a:lnTo>
                <a:lnTo>
                  <a:pt x="44234" y="70774"/>
                </a:lnTo>
                <a:cubicBezTo>
                  <a:pt x="44234" y="26817"/>
                  <a:pt x="79897" y="-8847"/>
                  <a:pt x="123854" y="-8847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3" name="Text 31"/>
          <p:cNvSpPr/>
          <p:nvPr/>
        </p:nvSpPr>
        <p:spPr>
          <a:xfrm>
            <a:off x="6002421" y="2979719"/>
            <a:ext cx="253842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Palomitas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11857" y="3243942"/>
            <a:ext cx="251955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 estrella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14377" y="2465949"/>
            <a:ext cx="2763856" cy="1121899"/>
          </a:xfrm>
          <a:custGeom>
            <a:avLst/>
            <a:gdLst/>
            <a:ahLst/>
            <a:cxnLst/>
            <a:rect l="l" t="t" r="r" b="b"/>
            <a:pathLst>
              <a:path w="2763856" h="1121899">
                <a:moveTo>
                  <a:pt x="75493" y="0"/>
                </a:moveTo>
                <a:lnTo>
                  <a:pt x="2688363" y="0"/>
                </a:lnTo>
                <a:cubicBezTo>
                  <a:pt x="2730056" y="0"/>
                  <a:pt x="2763856" y="33799"/>
                  <a:pt x="2763856" y="75493"/>
                </a:cubicBezTo>
                <a:lnTo>
                  <a:pt x="2763856" y="1046406"/>
                </a:lnTo>
                <a:cubicBezTo>
                  <a:pt x="2763856" y="1088100"/>
                  <a:pt x="2730056" y="1121899"/>
                  <a:pt x="2688363" y="1121899"/>
                </a:cubicBezTo>
                <a:lnTo>
                  <a:pt x="75493" y="1121899"/>
                </a:lnTo>
                <a:cubicBezTo>
                  <a:pt x="33799" y="1121899"/>
                  <a:pt x="0" y="1088100"/>
                  <a:pt x="0" y="1046406"/>
                </a:cubicBezTo>
                <a:lnTo>
                  <a:pt x="0" y="75493"/>
                </a:lnTo>
                <a:cubicBezTo>
                  <a:pt x="0" y="33827"/>
                  <a:pt x="33827" y="0"/>
                  <a:pt x="7549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7771" y="2621131"/>
            <a:ext cx="283096" cy="283096"/>
          </a:xfrm>
          <a:custGeom>
            <a:avLst/>
            <a:gdLst/>
            <a:ahLst/>
            <a:cxnLst/>
            <a:rect l="l" t="t" r="r" b="b"/>
            <a:pathLst>
              <a:path w="283096" h="283096">
                <a:moveTo>
                  <a:pt x="283096" y="132812"/>
                </a:moveTo>
                <a:lnTo>
                  <a:pt x="283096" y="141548"/>
                </a:lnTo>
                <a:lnTo>
                  <a:pt x="0" y="141548"/>
                </a:lnTo>
                <a:cubicBezTo>
                  <a:pt x="0" y="130490"/>
                  <a:pt x="5529" y="120150"/>
                  <a:pt x="14708" y="114012"/>
                </a:cubicBezTo>
                <a:lnTo>
                  <a:pt x="151998" y="22504"/>
                </a:lnTo>
                <a:cubicBezTo>
                  <a:pt x="156753" y="19352"/>
                  <a:pt x="162283" y="17693"/>
                  <a:pt x="167978" y="17693"/>
                </a:cubicBezTo>
                <a:cubicBezTo>
                  <a:pt x="231564" y="17693"/>
                  <a:pt x="283096" y="69226"/>
                  <a:pt x="283096" y="132812"/>
                </a:cubicBezTo>
                <a:close/>
                <a:moveTo>
                  <a:pt x="283096" y="168088"/>
                </a:moveTo>
                <a:lnTo>
                  <a:pt x="283096" y="230015"/>
                </a:lnTo>
                <a:cubicBezTo>
                  <a:pt x="283096" y="249534"/>
                  <a:pt x="267227" y="265402"/>
                  <a:pt x="247709" y="265402"/>
                </a:cubicBezTo>
                <a:lnTo>
                  <a:pt x="35387" y="265402"/>
                </a:lnTo>
                <a:cubicBezTo>
                  <a:pt x="15869" y="265402"/>
                  <a:pt x="0" y="249534"/>
                  <a:pt x="0" y="230015"/>
                </a:cubicBezTo>
                <a:lnTo>
                  <a:pt x="0" y="168088"/>
                </a:lnTo>
                <a:lnTo>
                  <a:pt x="283096" y="16808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8927091" y="2979719"/>
            <a:ext cx="253842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Nachos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36528" y="3243942"/>
            <a:ext cx="251955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Alto valor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9707" y="3747221"/>
            <a:ext cx="2763856" cy="1121899"/>
          </a:xfrm>
          <a:custGeom>
            <a:avLst/>
            <a:gdLst/>
            <a:ahLst/>
            <a:cxnLst/>
            <a:rect l="l" t="t" r="r" b="b"/>
            <a:pathLst>
              <a:path w="2763856" h="1121899">
                <a:moveTo>
                  <a:pt x="75493" y="0"/>
                </a:moveTo>
                <a:lnTo>
                  <a:pt x="2688363" y="0"/>
                </a:lnTo>
                <a:cubicBezTo>
                  <a:pt x="2730056" y="0"/>
                  <a:pt x="2763856" y="33799"/>
                  <a:pt x="2763856" y="75493"/>
                </a:cubicBezTo>
                <a:lnTo>
                  <a:pt x="2763856" y="1046406"/>
                </a:lnTo>
                <a:cubicBezTo>
                  <a:pt x="2763856" y="1088100"/>
                  <a:pt x="2730056" y="1121899"/>
                  <a:pt x="2688363" y="1121899"/>
                </a:cubicBezTo>
                <a:lnTo>
                  <a:pt x="75493" y="1121899"/>
                </a:lnTo>
                <a:cubicBezTo>
                  <a:pt x="33799" y="1121899"/>
                  <a:pt x="0" y="1088100"/>
                  <a:pt x="0" y="1046406"/>
                </a:cubicBezTo>
                <a:lnTo>
                  <a:pt x="0" y="75493"/>
                </a:lnTo>
                <a:cubicBezTo>
                  <a:pt x="0" y="33827"/>
                  <a:pt x="33827" y="0"/>
                  <a:pt x="7549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50795" y="3902398"/>
            <a:ext cx="247709" cy="283096"/>
          </a:xfrm>
          <a:custGeom>
            <a:avLst/>
            <a:gdLst/>
            <a:ahLst/>
            <a:cxnLst/>
            <a:rect l="l" t="t" r="r" b="b"/>
            <a:pathLst>
              <a:path w="247709" h="283096">
                <a:moveTo>
                  <a:pt x="17693" y="17693"/>
                </a:moveTo>
                <a:cubicBezTo>
                  <a:pt x="7907" y="17693"/>
                  <a:pt x="0" y="25600"/>
                  <a:pt x="0" y="35387"/>
                </a:cubicBezTo>
                <a:lnTo>
                  <a:pt x="0" y="194628"/>
                </a:lnTo>
                <a:cubicBezTo>
                  <a:pt x="0" y="233720"/>
                  <a:pt x="31682" y="265402"/>
                  <a:pt x="70774" y="265402"/>
                </a:cubicBezTo>
                <a:lnTo>
                  <a:pt x="176935" y="265402"/>
                </a:lnTo>
                <a:cubicBezTo>
                  <a:pt x="216027" y="265402"/>
                  <a:pt x="247709" y="233720"/>
                  <a:pt x="247709" y="194628"/>
                </a:cubicBezTo>
                <a:lnTo>
                  <a:pt x="247709" y="35387"/>
                </a:lnTo>
                <a:cubicBezTo>
                  <a:pt x="247709" y="25600"/>
                  <a:pt x="239802" y="17693"/>
                  <a:pt x="230015" y="17693"/>
                </a:cubicBezTo>
                <a:lnTo>
                  <a:pt x="17693" y="17693"/>
                </a:lnTo>
                <a:close/>
                <a:moveTo>
                  <a:pt x="35387" y="141548"/>
                </a:moveTo>
                <a:lnTo>
                  <a:pt x="35387" y="53080"/>
                </a:lnTo>
                <a:lnTo>
                  <a:pt x="212322" y="53080"/>
                </a:lnTo>
                <a:lnTo>
                  <a:pt x="212322" y="141548"/>
                </a:lnTo>
                <a:lnTo>
                  <a:pt x="35387" y="14154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1" name="Text 39"/>
          <p:cNvSpPr/>
          <p:nvPr/>
        </p:nvSpPr>
        <p:spPr>
          <a:xfrm>
            <a:off x="6002421" y="4260986"/>
            <a:ext cx="253842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Refrescos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11857" y="4525209"/>
            <a:ext cx="251955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Margen elevado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814377" y="3747221"/>
            <a:ext cx="2763856" cy="1121899"/>
          </a:xfrm>
          <a:custGeom>
            <a:avLst/>
            <a:gdLst/>
            <a:ahLst/>
            <a:cxnLst/>
            <a:rect l="l" t="t" r="r" b="b"/>
            <a:pathLst>
              <a:path w="2763856" h="1121899">
                <a:moveTo>
                  <a:pt x="75493" y="0"/>
                </a:moveTo>
                <a:lnTo>
                  <a:pt x="2688363" y="0"/>
                </a:lnTo>
                <a:cubicBezTo>
                  <a:pt x="2730056" y="0"/>
                  <a:pt x="2763856" y="33799"/>
                  <a:pt x="2763856" y="75493"/>
                </a:cubicBezTo>
                <a:lnTo>
                  <a:pt x="2763856" y="1046406"/>
                </a:lnTo>
                <a:cubicBezTo>
                  <a:pt x="2763856" y="1088100"/>
                  <a:pt x="2730056" y="1121899"/>
                  <a:pt x="2688363" y="1121899"/>
                </a:cubicBezTo>
                <a:lnTo>
                  <a:pt x="75493" y="1121899"/>
                </a:lnTo>
                <a:cubicBezTo>
                  <a:pt x="33799" y="1121899"/>
                  <a:pt x="0" y="1088100"/>
                  <a:pt x="0" y="1046406"/>
                </a:cubicBezTo>
                <a:lnTo>
                  <a:pt x="0" y="75493"/>
                </a:lnTo>
                <a:cubicBezTo>
                  <a:pt x="0" y="33827"/>
                  <a:pt x="33827" y="0"/>
                  <a:pt x="7549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 w="11289">
            <a:solidFill>
              <a:srgbClr val="C5A059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7771" y="3902398"/>
            <a:ext cx="283096" cy="283096"/>
          </a:xfrm>
          <a:custGeom>
            <a:avLst/>
            <a:gdLst/>
            <a:ahLst/>
            <a:cxnLst/>
            <a:rect l="l" t="t" r="r" b="b"/>
            <a:pathLst>
              <a:path w="283096" h="283096">
                <a:moveTo>
                  <a:pt x="35332" y="7962"/>
                </a:moveTo>
                <a:cubicBezTo>
                  <a:pt x="34889" y="3428"/>
                  <a:pt x="31074" y="0"/>
                  <a:pt x="26540" y="0"/>
                </a:cubicBezTo>
                <a:cubicBezTo>
                  <a:pt x="22006" y="0"/>
                  <a:pt x="18191" y="3428"/>
                  <a:pt x="17693" y="7907"/>
                </a:cubicBezTo>
                <a:lnTo>
                  <a:pt x="9897" y="82772"/>
                </a:lnTo>
                <a:cubicBezTo>
                  <a:pt x="9179" y="86090"/>
                  <a:pt x="8847" y="89463"/>
                  <a:pt x="8847" y="92836"/>
                </a:cubicBezTo>
                <a:cubicBezTo>
                  <a:pt x="8847" y="118215"/>
                  <a:pt x="28254" y="139060"/>
                  <a:pt x="53080" y="141327"/>
                </a:cubicBezTo>
                <a:lnTo>
                  <a:pt x="53080" y="265402"/>
                </a:lnTo>
                <a:cubicBezTo>
                  <a:pt x="53080" y="275189"/>
                  <a:pt x="60987" y="283096"/>
                  <a:pt x="70774" y="283096"/>
                </a:cubicBezTo>
                <a:cubicBezTo>
                  <a:pt x="80561" y="283096"/>
                  <a:pt x="88467" y="275189"/>
                  <a:pt x="88467" y="265402"/>
                </a:cubicBezTo>
                <a:lnTo>
                  <a:pt x="88467" y="141327"/>
                </a:lnTo>
                <a:cubicBezTo>
                  <a:pt x="113294" y="139060"/>
                  <a:pt x="132701" y="118215"/>
                  <a:pt x="132701" y="92836"/>
                </a:cubicBezTo>
                <a:cubicBezTo>
                  <a:pt x="132701" y="89463"/>
                  <a:pt x="132369" y="86090"/>
                  <a:pt x="131651" y="82772"/>
                </a:cubicBezTo>
                <a:lnTo>
                  <a:pt x="123799" y="7907"/>
                </a:lnTo>
                <a:cubicBezTo>
                  <a:pt x="123357" y="3428"/>
                  <a:pt x="119542" y="0"/>
                  <a:pt x="115008" y="0"/>
                </a:cubicBezTo>
                <a:cubicBezTo>
                  <a:pt x="110474" y="0"/>
                  <a:pt x="106659" y="3428"/>
                  <a:pt x="106216" y="7962"/>
                </a:cubicBezTo>
                <a:lnTo>
                  <a:pt x="98697" y="82883"/>
                </a:lnTo>
                <a:cubicBezTo>
                  <a:pt x="98365" y="86035"/>
                  <a:pt x="95711" y="88467"/>
                  <a:pt x="92559" y="88467"/>
                </a:cubicBezTo>
                <a:cubicBezTo>
                  <a:pt x="89352" y="88467"/>
                  <a:pt x="86698" y="86035"/>
                  <a:pt x="86366" y="82828"/>
                </a:cubicBezTo>
                <a:lnTo>
                  <a:pt x="79565" y="8073"/>
                </a:lnTo>
                <a:cubicBezTo>
                  <a:pt x="79178" y="3483"/>
                  <a:pt x="75363" y="0"/>
                  <a:pt x="70774" y="0"/>
                </a:cubicBezTo>
                <a:cubicBezTo>
                  <a:pt x="66185" y="0"/>
                  <a:pt x="62370" y="3483"/>
                  <a:pt x="61983" y="8073"/>
                </a:cubicBezTo>
                <a:lnTo>
                  <a:pt x="55182" y="82828"/>
                </a:lnTo>
                <a:cubicBezTo>
                  <a:pt x="54905" y="86035"/>
                  <a:pt x="52196" y="88467"/>
                  <a:pt x="48989" y="88467"/>
                </a:cubicBezTo>
                <a:cubicBezTo>
                  <a:pt x="45782" y="88467"/>
                  <a:pt x="43128" y="86035"/>
                  <a:pt x="42851" y="82883"/>
                </a:cubicBezTo>
                <a:lnTo>
                  <a:pt x="35332" y="7962"/>
                </a:lnTo>
                <a:close/>
                <a:moveTo>
                  <a:pt x="247709" y="0"/>
                </a:moveTo>
                <a:cubicBezTo>
                  <a:pt x="238862" y="0"/>
                  <a:pt x="176935" y="17693"/>
                  <a:pt x="176935" y="97314"/>
                </a:cubicBezTo>
                <a:lnTo>
                  <a:pt x="176935" y="159241"/>
                </a:lnTo>
                <a:cubicBezTo>
                  <a:pt x="176935" y="178760"/>
                  <a:pt x="192804" y="194628"/>
                  <a:pt x="212322" y="194628"/>
                </a:cubicBezTo>
                <a:lnTo>
                  <a:pt x="230015" y="194628"/>
                </a:lnTo>
                <a:lnTo>
                  <a:pt x="230015" y="265402"/>
                </a:lnTo>
                <a:cubicBezTo>
                  <a:pt x="230015" y="275189"/>
                  <a:pt x="237922" y="283096"/>
                  <a:pt x="247709" y="283096"/>
                </a:cubicBezTo>
                <a:cubicBezTo>
                  <a:pt x="257496" y="283096"/>
                  <a:pt x="265402" y="275189"/>
                  <a:pt x="265402" y="265402"/>
                </a:cubicBezTo>
                <a:lnTo>
                  <a:pt x="265402" y="17693"/>
                </a:lnTo>
                <a:cubicBezTo>
                  <a:pt x="265402" y="7907"/>
                  <a:pt x="257496" y="0"/>
                  <a:pt x="247709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5" name="Text 43"/>
          <p:cNvSpPr/>
          <p:nvPr/>
        </p:nvSpPr>
        <p:spPr>
          <a:xfrm>
            <a:off x="8927091" y="4260986"/>
            <a:ext cx="2538427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Gastronomía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36528" y="4525209"/>
            <a:ext cx="251955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Diversificación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54842" y="5263356"/>
            <a:ext cx="6161007" cy="876549"/>
          </a:xfrm>
          <a:custGeom>
            <a:avLst/>
            <a:gdLst/>
            <a:ahLst/>
            <a:cxnLst/>
            <a:rect l="l" t="t" r="r" b="b"/>
            <a:pathLst>
              <a:path w="6161007" h="876549">
                <a:moveTo>
                  <a:pt x="113241" y="0"/>
                </a:moveTo>
                <a:lnTo>
                  <a:pt x="6047766" y="0"/>
                </a:lnTo>
                <a:cubicBezTo>
                  <a:pt x="6110307" y="0"/>
                  <a:pt x="6161007" y="50700"/>
                  <a:pt x="6161007" y="113241"/>
                </a:cubicBezTo>
                <a:lnTo>
                  <a:pt x="6161007" y="763308"/>
                </a:lnTo>
                <a:cubicBezTo>
                  <a:pt x="6161007" y="825849"/>
                  <a:pt x="6110307" y="876549"/>
                  <a:pt x="6047766" y="876549"/>
                </a:cubicBezTo>
                <a:lnTo>
                  <a:pt x="113241" y="876549"/>
                </a:lnTo>
                <a:cubicBezTo>
                  <a:pt x="50700" y="876549"/>
                  <a:pt x="0" y="825849"/>
                  <a:pt x="0" y="763308"/>
                </a:cubicBezTo>
                <a:lnTo>
                  <a:pt x="0" y="113241"/>
                </a:lnTo>
                <a:cubicBezTo>
                  <a:pt x="0" y="50700"/>
                  <a:pt x="50700" y="0"/>
                  <a:pt x="11324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02027" y="5560085"/>
            <a:ext cx="212322" cy="283096"/>
          </a:xfrm>
          <a:custGeom>
            <a:avLst/>
            <a:gdLst/>
            <a:ahLst/>
            <a:cxnLst/>
            <a:rect l="l" t="t" r="r" b="b"/>
            <a:pathLst>
              <a:path w="212322" h="283096">
                <a:moveTo>
                  <a:pt x="161951" y="212322"/>
                </a:moveTo>
                <a:cubicBezTo>
                  <a:pt x="165987" y="199992"/>
                  <a:pt x="174060" y="188823"/>
                  <a:pt x="183183" y="179202"/>
                </a:cubicBezTo>
                <a:cubicBezTo>
                  <a:pt x="201264" y="160181"/>
                  <a:pt x="212322" y="134471"/>
                  <a:pt x="212322" y="106161"/>
                </a:cubicBezTo>
                <a:cubicBezTo>
                  <a:pt x="212322" y="47551"/>
                  <a:pt x="164771" y="0"/>
                  <a:pt x="106161" y="0"/>
                </a:cubicBezTo>
                <a:cubicBezTo>
                  <a:pt x="47551" y="0"/>
                  <a:pt x="0" y="47551"/>
                  <a:pt x="0" y="106161"/>
                </a:cubicBezTo>
                <a:cubicBezTo>
                  <a:pt x="0" y="134471"/>
                  <a:pt x="11058" y="160181"/>
                  <a:pt x="29139" y="179202"/>
                </a:cubicBezTo>
                <a:cubicBezTo>
                  <a:pt x="38262" y="188823"/>
                  <a:pt x="46390" y="199992"/>
                  <a:pt x="50371" y="212322"/>
                </a:cubicBezTo>
                <a:lnTo>
                  <a:pt x="161896" y="212322"/>
                </a:lnTo>
                <a:close/>
                <a:moveTo>
                  <a:pt x="159241" y="238862"/>
                </a:moveTo>
                <a:lnTo>
                  <a:pt x="53080" y="238862"/>
                </a:lnTo>
                <a:lnTo>
                  <a:pt x="53080" y="247709"/>
                </a:lnTo>
                <a:cubicBezTo>
                  <a:pt x="53080" y="272148"/>
                  <a:pt x="72875" y="291943"/>
                  <a:pt x="97314" y="291943"/>
                </a:cubicBezTo>
                <a:lnTo>
                  <a:pt x="115008" y="291943"/>
                </a:lnTo>
                <a:cubicBezTo>
                  <a:pt x="139447" y="291943"/>
                  <a:pt x="159241" y="272148"/>
                  <a:pt x="159241" y="247709"/>
                </a:cubicBezTo>
                <a:lnTo>
                  <a:pt x="159241" y="238862"/>
                </a:lnTo>
                <a:close/>
                <a:moveTo>
                  <a:pt x="101738" y="61927"/>
                </a:moveTo>
                <a:cubicBezTo>
                  <a:pt x="79731" y="61927"/>
                  <a:pt x="61927" y="79731"/>
                  <a:pt x="61927" y="101738"/>
                </a:cubicBezTo>
                <a:cubicBezTo>
                  <a:pt x="61927" y="109091"/>
                  <a:pt x="56011" y="115008"/>
                  <a:pt x="48657" y="115008"/>
                </a:cubicBezTo>
                <a:cubicBezTo>
                  <a:pt x="41303" y="115008"/>
                  <a:pt x="35387" y="109091"/>
                  <a:pt x="35387" y="101738"/>
                </a:cubicBezTo>
                <a:cubicBezTo>
                  <a:pt x="35387" y="65079"/>
                  <a:pt x="65079" y="35387"/>
                  <a:pt x="101738" y="35387"/>
                </a:cubicBezTo>
                <a:cubicBezTo>
                  <a:pt x="109091" y="35387"/>
                  <a:pt x="115008" y="41303"/>
                  <a:pt x="115008" y="48657"/>
                </a:cubicBezTo>
                <a:cubicBezTo>
                  <a:pt x="115008" y="56011"/>
                  <a:pt x="109091" y="61927"/>
                  <a:pt x="101738" y="61927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9" name="Text 47"/>
          <p:cNvSpPr/>
          <p:nvPr/>
        </p:nvSpPr>
        <p:spPr>
          <a:xfrm>
            <a:off x="6320904" y="5456283"/>
            <a:ext cx="5378824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Estrategia: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Aunque los boletos generan volumen,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márgenes reales están en la dulcería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54842" y="6299278"/>
            <a:ext cx="6161007" cy="555707"/>
          </a:xfrm>
          <a:custGeom>
            <a:avLst/>
            <a:gdLst/>
            <a:ahLst/>
            <a:cxnLst/>
            <a:rect l="l" t="t" r="r" b="b"/>
            <a:pathLst>
              <a:path w="6161007" h="555707">
                <a:moveTo>
                  <a:pt x="113236" y="0"/>
                </a:moveTo>
                <a:lnTo>
                  <a:pt x="6047771" y="0"/>
                </a:lnTo>
                <a:cubicBezTo>
                  <a:pt x="6110310" y="0"/>
                  <a:pt x="6161007" y="50698"/>
                  <a:pt x="6161007" y="113236"/>
                </a:cubicBezTo>
                <a:lnTo>
                  <a:pt x="6161007" y="442471"/>
                </a:lnTo>
                <a:cubicBezTo>
                  <a:pt x="6161007" y="505009"/>
                  <a:pt x="6110310" y="555707"/>
                  <a:pt x="6047771" y="555707"/>
                </a:cubicBezTo>
                <a:lnTo>
                  <a:pt x="113236" y="555707"/>
                </a:lnTo>
                <a:cubicBezTo>
                  <a:pt x="50740" y="555707"/>
                  <a:pt x="0" y="504967"/>
                  <a:pt x="0" y="442471"/>
                </a:cubicBezTo>
                <a:lnTo>
                  <a:pt x="0" y="113236"/>
                </a:lnTo>
                <a:cubicBezTo>
                  <a:pt x="0" y="50740"/>
                  <a:pt x="50740" y="0"/>
                  <a:pt x="11323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28894" y="6488008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75492" y="150985"/>
                </a:moveTo>
                <a:cubicBezTo>
                  <a:pt x="117158" y="150985"/>
                  <a:pt x="150985" y="117158"/>
                  <a:pt x="150985" y="75492"/>
                </a:cubicBezTo>
                <a:cubicBezTo>
                  <a:pt x="150985" y="33827"/>
                  <a:pt x="117158" y="0"/>
                  <a:pt x="75492" y="0"/>
                </a:cubicBezTo>
                <a:cubicBezTo>
                  <a:pt x="33827" y="0"/>
                  <a:pt x="0" y="33827"/>
                  <a:pt x="0" y="75492"/>
                </a:cubicBezTo>
                <a:cubicBezTo>
                  <a:pt x="0" y="117158"/>
                  <a:pt x="33827" y="150985"/>
                  <a:pt x="75492" y="150985"/>
                </a:cubicBezTo>
                <a:close/>
                <a:moveTo>
                  <a:pt x="66056" y="47183"/>
                </a:moveTo>
                <a:cubicBezTo>
                  <a:pt x="66056" y="41974"/>
                  <a:pt x="70284" y="37746"/>
                  <a:pt x="75492" y="37746"/>
                </a:cubicBezTo>
                <a:cubicBezTo>
                  <a:pt x="80700" y="37746"/>
                  <a:pt x="84929" y="41974"/>
                  <a:pt x="84929" y="47183"/>
                </a:cubicBezTo>
                <a:cubicBezTo>
                  <a:pt x="84929" y="52391"/>
                  <a:pt x="80700" y="56619"/>
                  <a:pt x="75492" y="56619"/>
                </a:cubicBezTo>
                <a:cubicBezTo>
                  <a:pt x="70284" y="56619"/>
                  <a:pt x="66056" y="52391"/>
                  <a:pt x="66056" y="47183"/>
                </a:cubicBezTo>
                <a:close/>
                <a:moveTo>
                  <a:pt x="63697" y="66056"/>
                </a:moveTo>
                <a:lnTo>
                  <a:pt x="77851" y="66056"/>
                </a:lnTo>
                <a:cubicBezTo>
                  <a:pt x="81773" y="66056"/>
                  <a:pt x="84929" y="69211"/>
                  <a:pt x="84929" y="73133"/>
                </a:cubicBezTo>
                <a:lnTo>
                  <a:pt x="84929" y="99084"/>
                </a:lnTo>
                <a:lnTo>
                  <a:pt x="87288" y="99084"/>
                </a:lnTo>
                <a:cubicBezTo>
                  <a:pt x="91210" y="99084"/>
                  <a:pt x="94365" y="102239"/>
                  <a:pt x="94365" y="106161"/>
                </a:cubicBezTo>
                <a:cubicBezTo>
                  <a:pt x="94365" y="110083"/>
                  <a:pt x="91210" y="113238"/>
                  <a:pt x="87288" y="113238"/>
                </a:cubicBezTo>
                <a:lnTo>
                  <a:pt x="63697" y="113238"/>
                </a:lnTo>
                <a:cubicBezTo>
                  <a:pt x="59775" y="113238"/>
                  <a:pt x="56619" y="110083"/>
                  <a:pt x="56619" y="106161"/>
                </a:cubicBezTo>
                <a:cubicBezTo>
                  <a:pt x="56619" y="102239"/>
                  <a:pt x="59775" y="99084"/>
                  <a:pt x="63697" y="99084"/>
                </a:cubicBezTo>
                <a:lnTo>
                  <a:pt x="70774" y="99084"/>
                </a:lnTo>
                <a:lnTo>
                  <a:pt x="70774" y="80211"/>
                </a:lnTo>
                <a:lnTo>
                  <a:pt x="63697" y="80211"/>
                </a:lnTo>
                <a:cubicBezTo>
                  <a:pt x="59775" y="80211"/>
                  <a:pt x="56619" y="77055"/>
                  <a:pt x="56619" y="73133"/>
                </a:cubicBezTo>
                <a:cubicBezTo>
                  <a:pt x="56619" y="69211"/>
                  <a:pt x="59775" y="66056"/>
                  <a:pt x="63697" y="66056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2" name="Text 50"/>
          <p:cNvSpPr/>
          <p:nvPr/>
        </p:nvSpPr>
        <p:spPr>
          <a:xfrm>
            <a:off x="6054845" y="6454459"/>
            <a:ext cx="5681318" cy="24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Unidades de dulcería: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Cinecafé, Coffee Tree, Helados Spyral, Baguis, Sushi y Bar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90625" cy="419100"/>
          </a:xfrm>
          <a:custGeom>
            <a:avLst/>
            <a:gdLst/>
            <a:ahLst/>
            <a:cxnLst/>
            <a:rect l="l" t="t" r="r" b="b"/>
            <a:pathLst>
              <a:path w="1190625" h="419100">
                <a:moveTo>
                  <a:pt x="76201" y="0"/>
                </a:moveTo>
                <a:lnTo>
                  <a:pt x="1114424" y="0"/>
                </a:lnTo>
                <a:cubicBezTo>
                  <a:pt x="1156509" y="0"/>
                  <a:pt x="1190625" y="34116"/>
                  <a:pt x="1190625" y="76201"/>
                </a:cubicBezTo>
                <a:lnTo>
                  <a:pt x="1190625" y="342899"/>
                </a:lnTo>
                <a:cubicBezTo>
                  <a:pt x="1190625" y="384984"/>
                  <a:pt x="1156509" y="419100"/>
                  <a:pt x="11144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91068"/>
            <a:ext cx="976180" cy="19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OBJETIVO 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28655" y="4762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Digital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Penetración Digital y Omnicanalidad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24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397933" y="1752600"/>
            <a:ext cx="5579533" cy="2914650"/>
          </a:xfrm>
          <a:custGeom>
            <a:avLst/>
            <a:gdLst/>
            <a:ahLst/>
            <a:cxnLst/>
            <a:rect l="l" t="t" r="r" b="b"/>
            <a:pathLst>
              <a:path w="5579533" h="2914650">
                <a:moveTo>
                  <a:pt x="33867" y="0"/>
                </a:moveTo>
                <a:lnTo>
                  <a:pt x="5465221" y="0"/>
                </a:lnTo>
                <a:cubicBezTo>
                  <a:pt x="5528354" y="0"/>
                  <a:pt x="5579533" y="51179"/>
                  <a:pt x="5579533" y="114313"/>
                </a:cubicBezTo>
                <a:lnTo>
                  <a:pt x="5579533" y="2800337"/>
                </a:lnTo>
                <a:cubicBezTo>
                  <a:pt x="5579533" y="2863471"/>
                  <a:pt x="5528354" y="2914650"/>
                  <a:pt x="5465221" y="2914650"/>
                </a:cubicBezTo>
                <a:lnTo>
                  <a:pt x="33867" y="2914650"/>
                </a:lnTo>
                <a:cubicBezTo>
                  <a:pt x="15163" y="2914650"/>
                  <a:pt x="0" y="2899487"/>
                  <a:pt x="0" y="28807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C5A0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397933" y="1752600"/>
            <a:ext cx="33867" cy="2914650"/>
          </a:xfrm>
          <a:custGeom>
            <a:avLst/>
            <a:gdLst/>
            <a:ahLst/>
            <a:cxnLst/>
            <a:rect l="l" t="t" r="r" b="b"/>
            <a:pathLst>
              <a:path w="33867" h="2914650">
                <a:moveTo>
                  <a:pt x="33867" y="0"/>
                </a:moveTo>
                <a:lnTo>
                  <a:pt x="33867" y="0"/>
                </a:lnTo>
                <a:lnTo>
                  <a:pt x="33867" y="2914650"/>
                </a:lnTo>
                <a:lnTo>
                  <a:pt x="33867" y="2914650"/>
                </a:lnTo>
                <a:cubicBezTo>
                  <a:pt x="15163" y="2914650"/>
                  <a:pt x="0" y="2899487"/>
                  <a:pt x="0" y="288078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9" name="Shape 7"/>
          <p:cNvSpPr/>
          <p:nvPr/>
        </p:nvSpPr>
        <p:spPr>
          <a:xfrm>
            <a:off x="691092" y="203822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0" name="Text 8"/>
          <p:cNvSpPr/>
          <p:nvPr/>
        </p:nvSpPr>
        <p:spPr>
          <a:xfrm>
            <a:off x="881592" y="1981200"/>
            <a:ext cx="498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Migración al Modelo Digital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467" y="2438270"/>
            <a:ext cx="5191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2022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Cinépolis transformó su programa de lealtad de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presencial a digital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objetivos claros: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279" y="32240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972079" y="3185982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Asegurar datos verificados del socio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279" y="35669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5" name="Text 13"/>
          <p:cNvSpPr/>
          <p:nvPr/>
        </p:nvSpPr>
        <p:spPr>
          <a:xfrm>
            <a:off x="972079" y="3528882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Reducir datos erróneos y falsos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7279" y="39098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972079" y="3871782"/>
            <a:ext cx="3248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Vincular programa a customer journeys digitales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279" y="42527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972079" y="4214682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Fortalecer comunicación personalizada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233" y="4828516"/>
            <a:ext cx="5590117" cy="1303867"/>
          </a:xfrm>
          <a:custGeom>
            <a:avLst/>
            <a:gdLst/>
            <a:ahLst/>
            <a:cxnLst/>
            <a:rect l="l" t="t" r="r" b="b"/>
            <a:pathLst>
              <a:path w="5590117" h="1303867">
                <a:moveTo>
                  <a:pt x="114297" y="0"/>
                </a:moveTo>
                <a:lnTo>
                  <a:pt x="5475820" y="0"/>
                </a:lnTo>
                <a:cubicBezTo>
                  <a:pt x="5538944" y="0"/>
                  <a:pt x="5590117" y="51172"/>
                  <a:pt x="5590117" y="114297"/>
                </a:cubicBezTo>
                <a:lnTo>
                  <a:pt x="5590117" y="1189570"/>
                </a:lnTo>
                <a:cubicBezTo>
                  <a:pt x="5590117" y="1252694"/>
                  <a:pt x="5538944" y="1303867"/>
                  <a:pt x="5475820" y="1303867"/>
                </a:cubicBezTo>
                <a:lnTo>
                  <a:pt x="114297" y="1303867"/>
                </a:lnTo>
                <a:cubicBezTo>
                  <a:pt x="51172" y="1303867"/>
                  <a:pt x="0" y="1252694"/>
                  <a:pt x="0" y="11895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779" y="506134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818092" y="5023247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Problema Anterior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9967" y="5442347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del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asistentes habían extraviado o dejado de usar su tarjeta Club Cinépolis física, perdiendo capacidad de decisión.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4533" y="1756833"/>
            <a:ext cx="5590117" cy="3666067"/>
          </a:xfrm>
          <a:custGeom>
            <a:avLst/>
            <a:gdLst/>
            <a:ahLst/>
            <a:cxnLst/>
            <a:rect l="l" t="t" r="r" b="b"/>
            <a:pathLst>
              <a:path w="5590117" h="3666067">
                <a:moveTo>
                  <a:pt x="114308" y="0"/>
                </a:moveTo>
                <a:lnTo>
                  <a:pt x="5475809" y="0"/>
                </a:lnTo>
                <a:cubicBezTo>
                  <a:pt x="5538939" y="0"/>
                  <a:pt x="5590117" y="51177"/>
                  <a:pt x="5590117" y="114308"/>
                </a:cubicBezTo>
                <a:lnTo>
                  <a:pt x="5590117" y="3551759"/>
                </a:lnTo>
                <a:cubicBezTo>
                  <a:pt x="5590117" y="3614889"/>
                  <a:pt x="5538939" y="3666067"/>
                  <a:pt x="5475809" y="3666067"/>
                </a:cubicBezTo>
                <a:lnTo>
                  <a:pt x="114308" y="3666067"/>
                </a:lnTo>
                <a:cubicBezTo>
                  <a:pt x="51177" y="3666067"/>
                  <a:pt x="0" y="3614889"/>
                  <a:pt x="0" y="3551759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1179" y="20466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6" name="Text 24"/>
          <p:cNvSpPr/>
          <p:nvPr/>
        </p:nvSpPr>
        <p:spPr>
          <a:xfrm>
            <a:off x="6685492" y="1989669"/>
            <a:ext cx="500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Resultados del Lanzamiento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7367" y="2484834"/>
            <a:ext cx="5124450" cy="1485900"/>
          </a:xfrm>
          <a:custGeom>
            <a:avLst/>
            <a:gdLst/>
            <a:ahLst/>
            <a:cxnLst/>
            <a:rect l="l" t="t" r="r" b="b"/>
            <a:pathLst>
              <a:path w="5124450" h="1485900">
                <a:moveTo>
                  <a:pt x="76197" y="0"/>
                </a:moveTo>
                <a:lnTo>
                  <a:pt x="5048253" y="0"/>
                </a:lnTo>
                <a:cubicBezTo>
                  <a:pt x="5090335" y="0"/>
                  <a:pt x="5124450" y="34115"/>
                  <a:pt x="5124450" y="76197"/>
                </a:cubicBezTo>
                <a:lnTo>
                  <a:pt x="5124450" y="1409703"/>
                </a:lnTo>
                <a:cubicBezTo>
                  <a:pt x="5124450" y="1451785"/>
                  <a:pt x="5090335" y="1485900"/>
                  <a:pt x="504825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37867" y="2675334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Programa alcanzó su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37867" y="3018234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MÁXIMO HISTÓRICO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37867" y="3551634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socios activos en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meses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66417" y="41993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2" name="Text 30"/>
          <p:cNvSpPr/>
          <p:nvPr/>
        </p:nvSpPr>
        <p:spPr>
          <a:xfrm>
            <a:off x="6752167" y="4161234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Correo personalizado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5942" y="45422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3377" y="28902"/>
                </a:moveTo>
                <a:cubicBezTo>
                  <a:pt x="100905" y="16401"/>
                  <a:pt x="84296" y="9525"/>
                  <a:pt x="66645" y="9525"/>
                </a:cubicBezTo>
                <a:cubicBezTo>
                  <a:pt x="30212" y="9525"/>
                  <a:pt x="566" y="39172"/>
                  <a:pt x="566" y="75605"/>
                </a:cubicBezTo>
                <a:cubicBezTo>
                  <a:pt x="566" y="87243"/>
                  <a:pt x="3602" y="98614"/>
                  <a:pt x="9376" y="108645"/>
                </a:cubicBezTo>
                <a:lnTo>
                  <a:pt x="0" y="142875"/>
                </a:lnTo>
                <a:lnTo>
                  <a:pt x="35034" y="133677"/>
                </a:lnTo>
                <a:cubicBezTo>
                  <a:pt x="44678" y="138946"/>
                  <a:pt x="55543" y="141714"/>
                  <a:pt x="66615" y="141714"/>
                </a:cubicBezTo>
                <a:lnTo>
                  <a:pt x="66645" y="141714"/>
                </a:lnTo>
                <a:cubicBezTo>
                  <a:pt x="103049" y="141714"/>
                  <a:pt x="133350" y="112068"/>
                  <a:pt x="133350" y="75634"/>
                </a:cubicBezTo>
                <a:cubicBezTo>
                  <a:pt x="133350" y="57983"/>
                  <a:pt x="125849" y="41404"/>
                  <a:pt x="113377" y="28902"/>
                </a:cubicBezTo>
                <a:close/>
                <a:moveTo>
                  <a:pt x="66645" y="130582"/>
                </a:moveTo>
                <a:cubicBezTo>
                  <a:pt x="56763" y="130582"/>
                  <a:pt x="47089" y="127933"/>
                  <a:pt x="38666" y="122932"/>
                </a:cubicBezTo>
                <a:lnTo>
                  <a:pt x="36671" y="121741"/>
                </a:lnTo>
                <a:lnTo>
                  <a:pt x="15895" y="127189"/>
                </a:lnTo>
                <a:lnTo>
                  <a:pt x="21431" y="106918"/>
                </a:lnTo>
                <a:lnTo>
                  <a:pt x="20122" y="104835"/>
                </a:lnTo>
                <a:cubicBezTo>
                  <a:pt x="14615" y="96083"/>
                  <a:pt x="11728" y="85993"/>
                  <a:pt x="11728" y="75605"/>
                </a:cubicBezTo>
                <a:cubicBezTo>
                  <a:pt x="11728" y="45333"/>
                  <a:pt x="36374" y="20687"/>
                  <a:pt x="66675" y="20687"/>
                </a:cubicBezTo>
                <a:cubicBezTo>
                  <a:pt x="81349" y="20687"/>
                  <a:pt x="95131" y="26402"/>
                  <a:pt x="105489" y="36790"/>
                </a:cubicBezTo>
                <a:cubicBezTo>
                  <a:pt x="115848" y="47179"/>
                  <a:pt x="122218" y="60960"/>
                  <a:pt x="122188" y="75634"/>
                </a:cubicBezTo>
                <a:cubicBezTo>
                  <a:pt x="122188" y="105936"/>
                  <a:pt x="96917" y="130582"/>
                  <a:pt x="66645" y="130582"/>
                </a:cubicBezTo>
                <a:close/>
                <a:moveTo>
                  <a:pt x="96768" y="89446"/>
                </a:moveTo>
                <a:cubicBezTo>
                  <a:pt x="95131" y="88612"/>
                  <a:pt x="87005" y="84624"/>
                  <a:pt x="85487" y="84088"/>
                </a:cubicBezTo>
                <a:cubicBezTo>
                  <a:pt x="83969" y="83522"/>
                  <a:pt x="82868" y="83254"/>
                  <a:pt x="81766" y="84921"/>
                </a:cubicBezTo>
                <a:cubicBezTo>
                  <a:pt x="80665" y="86588"/>
                  <a:pt x="77510" y="90279"/>
                  <a:pt x="76527" y="91410"/>
                </a:cubicBezTo>
                <a:cubicBezTo>
                  <a:pt x="75575" y="92512"/>
                  <a:pt x="74593" y="92660"/>
                  <a:pt x="72956" y="91827"/>
                </a:cubicBezTo>
                <a:cubicBezTo>
                  <a:pt x="63252" y="86975"/>
                  <a:pt x="56882" y="83165"/>
                  <a:pt x="50483" y="72182"/>
                </a:cubicBezTo>
                <a:cubicBezTo>
                  <a:pt x="48786" y="69265"/>
                  <a:pt x="52179" y="69473"/>
                  <a:pt x="55334" y="63163"/>
                </a:cubicBezTo>
                <a:cubicBezTo>
                  <a:pt x="55870" y="62061"/>
                  <a:pt x="55602" y="61109"/>
                  <a:pt x="55185" y="60275"/>
                </a:cubicBezTo>
                <a:cubicBezTo>
                  <a:pt x="54769" y="59442"/>
                  <a:pt x="51465" y="51316"/>
                  <a:pt x="50096" y="48012"/>
                </a:cubicBezTo>
                <a:cubicBezTo>
                  <a:pt x="48756" y="44797"/>
                  <a:pt x="47387" y="45244"/>
                  <a:pt x="46375" y="45184"/>
                </a:cubicBezTo>
                <a:cubicBezTo>
                  <a:pt x="45422" y="45125"/>
                  <a:pt x="44321" y="45125"/>
                  <a:pt x="43220" y="45125"/>
                </a:cubicBezTo>
                <a:cubicBezTo>
                  <a:pt x="42118" y="45125"/>
                  <a:pt x="40332" y="45541"/>
                  <a:pt x="38814" y="47179"/>
                </a:cubicBezTo>
                <a:cubicBezTo>
                  <a:pt x="37296" y="48845"/>
                  <a:pt x="33040" y="52834"/>
                  <a:pt x="33040" y="60960"/>
                </a:cubicBezTo>
                <a:cubicBezTo>
                  <a:pt x="33040" y="69086"/>
                  <a:pt x="38963" y="76944"/>
                  <a:pt x="39767" y="78045"/>
                </a:cubicBezTo>
                <a:cubicBezTo>
                  <a:pt x="40600" y="79147"/>
                  <a:pt x="51405" y="95816"/>
                  <a:pt x="67985" y="102989"/>
                </a:cubicBezTo>
                <a:cubicBezTo>
                  <a:pt x="78462" y="107513"/>
                  <a:pt x="82570" y="107900"/>
                  <a:pt x="87809" y="107126"/>
                </a:cubicBezTo>
                <a:cubicBezTo>
                  <a:pt x="90994" y="106650"/>
                  <a:pt x="97572" y="103138"/>
                  <a:pt x="98941" y="99268"/>
                </a:cubicBezTo>
                <a:cubicBezTo>
                  <a:pt x="100310" y="95399"/>
                  <a:pt x="100310" y="92095"/>
                  <a:pt x="99893" y="91410"/>
                </a:cubicBezTo>
                <a:cubicBezTo>
                  <a:pt x="99506" y="90666"/>
                  <a:pt x="98405" y="90249"/>
                  <a:pt x="96768" y="89446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6752167" y="4504134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5942" y="48851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6" name="Text 34"/>
          <p:cNvSpPr/>
          <p:nvPr/>
        </p:nvSpPr>
        <p:spPr>
          <a:xfrm>
            <a:off x="6752167" y="4847034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Notificaciones push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4533" y="5587999"/>
            <a:ext cx="5590117" cy="884767"/>
          </a:xfrm>
          <a:custGeom>
            <a:avLst/>
            <a:gdLst/>
            <a:ahLst/>
            <a:cxnLst/>
            <a:rect l="l" t="t" r="r" b="b"/>
            <a:pathLst>
              <a:path w="5590117" h="884767">
                <a:moveTo>
                  <a:pt x="114303" y="0"/>
                </a:moveTo>
                <a:lnTo>
                  <a:pt x="5475814" y="0"/>
                </a:lnTo>
                <a:cubicBezTo>
                  <a:pt x="5538941" y="0"/>
                  <a:pt x="5590117" y="51175"/>
                  <a:pt x="5590117" y="114303"/>
                </a:cubicBezTo>
                <a:lnTo>
                  <a:pt x="5590117" y="770464"/>
                </a:lnTo>
                <a:cubicBezTo>
                  <a:pt x="5590117" y="833591"/>
                  <a:pt x="5538941" y="884767"/>
                  <a:pt x="5475814" y="884767"/>
                </a:cubicBezTo>
                <a:lnTo>
                  <a:pt x="114303" y="884767"/>
                </a:lnTo>
                <a:cubicBezTo>
                  <a:pt x="51175" y="884767"/>
                  <a:pt x="0" y="833591"/>
                  <a:pt x="0" y="770464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933" y="588751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9" name="Text 37"/>
          <p:cNvSpPr/>
          <p:nvPr/>
        </p:nvSpPr>
        <p:spPr>
          <a:xfrm>
            <a:off x="6870568" y="5782735"/>
            <a:ext cx="4819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socio activo representa un valor de hasta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frente a uno no socio.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628775" cy="419100"/>
          </a:xfrm>
          <a:custGeom>
            <a:avLst/>
            <a:gdLst/>
            <a:ahLst/>
            <a:cxnLst/>
            <a:rect l="l" t="t" r="r" b="b"/>
            <a:pathLst>
              <a:path w="1628775" h="419100">
                <a:moveTo>
                  <a:pt x="76201" y="0"/>
                </a:moveTo>
                <a:lnTo>
                  <a:pt x="1552574" y="0"/>
                </a:lnTo>
                <a:cubicBezTo>
                  <a:pt x="1594659" y="0"/>
                  <a:pt x="1628775" y="34116"/>
                  <a:pt x="1628775" y="76201"/>
                </a:cubicBezTo>
                <a:lnTo>
                  <a:pt x="1628775" y="342899"/>
                </a:lnTo>
                <a:cubicBezTo>
                  <a:pt x="1628775" y="384984"/>
                  <a:pt x="1594659" y="419100"/>
                  <a:pt x="155257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91068"/>
            <a:ext cx="1413140" cy="19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OBJETIVOS E, F, 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65615" y="476250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Diversificación y Adaptación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Estrategias de Diversificación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24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385233" y="1756833"/>
            <a:ext cx="3675592" cy="4732867"/>
          </a:xfrm>
          <a:custGeom>
            <a:avLst/>
            <a:gdLst/>
            <a:ahLst/>
            <a:cxnLst/>
            <a:rect l="l" t="t" r="r" b="b"/>
            <a:pathLst>
              <a:path w="3675592" h="4732867">
                <a:moveTo>
                  <a:pt x="114311" y="0"/>
                </a:moveTo>
                <a:lnTo>
                  <a:pt x="3561281" y="0"/>
                </a:lnTo>
                <a:cubicBezTo>
                  <a:pt x="3624413" y="0"/>
                  <a:pt x="3675592" y="51179"/>
                  <a:pt x="3675592" y="114311"/>
                </a:cubicBezTo>
                <a:lnTo>
                  <a:pt x="3675592" y="4618556"/>
                </a:lnTo>
                <a:cubicBezTo>
                  <a:pt x="3675592" y="4681688"/>
                  <a:pt x="3624413" y="4732867"/>
                  <a:pt x="3561281" y="4732867"/>
                </a:cubicBezTo>
                <a:lnTo>
                  <a:pt x="114311" y="4732867"/>
                </a:lnTo>
                <a:cubicBezTo>
                  <a:pt x="51179" y="4732867"/>
                  <a:pt x="0" y="4681688"/>
                  <a:pt x="0" y="4618556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067" y="19896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9" name="Text 7"/>
          <p:cNvSpPr/>
          <p:nvPr/>
        </p:nvSpPr>
        <p:spPr>
          <a:xfrm>
            <a:off x="820341" y="2103969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5767" y="2103969"/>
            <a:ext cx="2066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Precios Diferenciados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067" y="2675469"/>
            <a:ext cx="329565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 de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precios variables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según región, ciudad y complejo.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067" y="4337582"/>
            <a:ext cx="3209925" cy="1143000"/>
          </a:xfrm>
          <a:custGeom>
            <a:avLst/>
            <a:gdLst/>
            <a:ahLst/>
            <a:cxnLst/>
            <a:rect l="l" t="t" r="r" b="b"/>
            <a:pathLst>
              <a:path w="3209925" h="1143000">
                <a:moveTo>
                  <a:pt x="76204" y="0"/>
                </a:moveTo>
                <a:lnTo>
                  <a:pt x="3133721" y="0"/>
                </a:lnTo>
                <a:cubicBezTo>
                  <a:pt x="3175807" y="0"/>
                  <a:pt x="3209925" y="34118"/>
                  <a:pt x="3209925" y="76204"/>
                </a:cubicBezTo>
                <a:lnTo>
                  <a:pt x="3209925" y="1066796"/>
                </a:lnTo>
                <a:cubicBezTo>
                  <a:pt x="3209925" y="1108882"/>
                  <a:pt x="3175807" y="1143000"/>
                  <a:pt x="31337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0467" y="4489982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consideradas: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8092" y="4832882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5" name="Text 13"/>
          <p:cNvSpPr/>
          <p:nvPr/>
        </p:nvSpPr>
        <p:spPr>
          <a:xfrm>
            <a:off x="1037167" y="4794782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 adquisitiva local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9992" y="51376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1037167" y="5099582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Calidad del servicio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300" y="5637215"/>
            <a:ext cx="3199342" cy="618067"/>
          </a:xfrm>
          <a:custGeom>
            <a:avLst/>
            <a:gdLst/>
            <a:ahLst/>
            <a:cxnLst/>
            <a:rect l="l" t="t" r="r" b="b"/>
            <a:pathLst>
              <a:path w="3199342" h="618067">
                <a:moveTo>
                  <a:pt x="76201" y="0"/>
                </a:moveTo>
                <a:lnTo>
                  <a:pt x="3123140" y="0"/>
                </a:lnTo>
                <a:cubicBezTo>
                  <a:pt x="3165225" y="0"/>
                  <a:pt x="3199342" y="34117"/>
                  <a:pt x="3199342" y="76201"/>
                </a:cubicBezTo>
                <a:lnTo>
                  <a:pt x="3199342" y="541865"/>
                </a:lnTo>
                <a:cubicBezTo>
                  <a:pt x="3199342" y="583950"/>
                  <a:pt x="3165225" y="618067"/>
                  <a:pt x="3123140" y="618067"/>
                </a:cubicBezTo>
                <a:lnTo>
                  <a:pt x="76201" y="618067"/>
                </a:lnTo>
                <a:cubicBezTo>
                  <a:pt x="34117" y="618067"/>
                  <a:pt x="0" y="583950"/>
                  <a:pt x="0" y="541865"/>
                </a:cubicBezTo>
                <a:lnTo>
                  <a:pt x="0" y="76201"/>
                </a:lnTo>
                <a:cubicBezTo>
                  <a:pt x="0" y="34117"/>
                  <a:pt x="34117" y="0"/>
                  <a:pt x="7620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6552" y="577268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0" name="Text 18"/>
          <p:cNvSpPr/>
          <p:nvPr/>
        </p:nvSpPr>
        <p:spPr>
          <a:xfrm>
            <a:off x="969433" y="5755746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Maximiza ingresos adaptándose a cada mercado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8733" y="1756833"/>
            <a:ext cx="3675592" cy="4732867"/>
          </a:xfrm>
          <a:custGeom>
            <a:avLst/>
            <a:gdLst/>
            <a:ahLst/>
            <a:cxnLst/>
            <a:rect l="l" t="t" r="r" b="b"/>
            <a:pathLst>
              <a:path w="3675592" h="4732867">
                <a:moveTo>
                  <a:pt x="114311" y="0"/>
                </a:moveTo>
                <a:lnTo>
                  <a:pt x="3561281" y="0"/>
                </a:lnTo>
                <a:cubicBezTo>
                  <a:pt x="3624413" y="0"/>
                  <a:pt x="3675592" y="51179"/>
                  <a:pt x="3675592" y="114311"/>
                </a:cubicBezTo>
                <a:lnTo>
                  <a:pt x="3675592" y="4618556"/>
                </a:lnTo>
                <a:cubicBezTo>
                  <a:pt x="3675592" y="4681688"/>
                  <a:pt x="3624413" y="4732867"/>
                  <a:pt x="3561281" y="4732867"/>
                </a:cubicBezTo>
                <a:lnTo>
                  <a:pt x="114311" y="4732867"/>
                </a:lnTo>
                <a:cubicBezTo>
                  <a:pt x="51179" y="4732867"/>
                  <a:pt x="0" y="4681688"/>
                  <a:pt x="0" y="4618556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1567" y="202763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3" name="Text 21"/>
          <p:cNvSpPr/>
          <p:nvPr/>
        </p:nvSpPr>
        <p:spPr>
          <a:xfrm>
            <a:off x="4697677" y="2141934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9267" y="1989669"/>
            <a:ext cx="26765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Diversificación de Contenido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1567" y="2751404"/>
            <a:ext cx="3295650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Transmisión de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eventos especiales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más allá del cine tradicional.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91567" y="4642382"/>
            <a:ext cx="3209925" cy="838200"/>
          </a:xfrm>
          <a:custGeom>
            <a:avLst/>
            <a:gdLst/>
            <a:ahLst/>
            <a:cxnLst/>
            <a:rect l="l" t="t" r="r" b="b"/>
            <a:pathLst>
              <a:path w="3209925" h="838200">
                <a:moveTo>
                  <a:pt x="76201" y="0"/>
                </a:moveTo>
                <a:lnTo>
                  <a:pt x="3133724" y="0"/>
                </a:lnTo>
                <a:cubicBezTo>
                  <a:pt x="3175809" y="0"/>
                  <a:pt x="3209925" y="34116"/>
                  <a:pt x="3209925" y="76201"/>
                </a:cubicBezTo>
                <a:lnTo>
                  <a:pt x="3209925" y="761999"/>
                </a:lnTo>
                <a:cubicBezTo>
                  <a:pt x="3209925" y="804084"/>
                  <a:pt x="3175809" y="838200"/>
                  <a:pt x="31337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63017" y="4832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9303" y="2084"/>
                </a:moveTo>
                <a:cubicBezTo>
                  <a:pt x="141565" y="3899"/>
                  <a:pt x="142875" y="6638"/>
                  <a:pt x="142875" y="9525"/>
                </a:cubicBezTo>
                <a:lnTo>
                  <a:pt x="142875" y="100013"/>
                </a:lnTo>
                <a:cubicBezTo>
                  <a:pt x="142875" y="113169"/>
                  <a:pt x="130076" y="123825"/>
                  <a:pt x="114300" y="123825"/>
                </a:cubicBezTo>
                <a:cubicBezTo>
                  <a:pt x="98524" y="123825"/>
                  <a:pt x="85725" y="113169"/>
                  <a:pt x="85725" y="100013"/>
                </a:cubicBezTo>
                <a:cubicBezTo>
                  <a:pt x="85725" y="86856"/>
                  <a:pt x="98524" y="76200"/>
                  <a:pt x="114300" y="76200"/>
                </a:cubicBezTo>
                <a:cubicBezTo>
                  <a:pt x="117634" y="76200"/>
                  <a:pt x="120848" y="76676"/>
                  <a:pt x="123825" y="77569"/>
                </a:cubicBezTo>
                <a:lnTo>
                  <a:pt x="123825" y="42833"/>
                </a:lnTo>
                <a:lnTo>
                  <a:pt x="57150" y="57656"/>
                </a:lnTo>
                <a:lnTo>
                  <a:pt x="57150" y="119063"/>
                </a:lnTo>
                <a:cubicBezTo>
                  <a:pt x="57150" y="132219"/>
                  <a:pt x="44351" y="142875"/>
                  <a:pt x="28575" y="142875"/>
                </a:cubicBezTo>
                <a:cubicBezTo>
                  <a:pt x="12799" y="142875"/>
                  <a:pt x="0" y="132219"/>
                  <a:pt x="0" y="119063"/>
                </a:cubicBezTo>
                <a:cubicBezTo>
                  <a:pt x="0" y="105906"/>
                  <a:pt x="12799" y="95250"/>
                  <a:pt x="28575" y="95250"/>
                </a:cubicBezTo>
                <a:cubicBezTo>
                  <a:pt x="31909" y="95250"/>
                  <a:pt x="35123" y="95726"/>
                  <a:pt x="38100" y="96619"/>
                </a:cubicBezTo>
                <a:lnTo>
                  <a:pt x="38100" y="28575"/>
                </a:lnTo>
                <a:cubicBezTo>
                  <a:pt x="38100" y="24110"/>
                  <a:pt x="41196" y="20241"/>
                  <a:pt x="45571" y="19288"/>
                </a:cubicBezTo>
                <a:lnTo>
                  <a:pt x="131296" y="238"/>
                </a:lnTo>
                <a:cubicBezTo>
                  <a:pt x="134124" y="-387"/>
                  <a:pt x="137071" y="298"/>
                  <a:pt x="139333" y="2113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667" y="4794782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Conciertos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43625" y="48328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-1488" y="35123"/>
                </a:moveTo>
                <a:lnTo>
                  <a:pt x="6995" y="83254"/>
                </a:lnTo>
                <a:cubicBezTo>
                  <a:pt x="11162" y="106918"/>
                  <a:pt x="29706" y="125462"/>
                  <a:pt x="53370" y="129629"/>
                </a:cubicBezTo>
                <a:lnTo>
                  <a:pt x="57150" y="130284"/>
                </a:lnTo>
                <a:cubicBezTo>
                  <a:pt x="52239" y="121771"/>
                  <a:pt x="49084" y="112216"/>
                  <a:pt x="48042" y="102156"/>
                </a:cubicBezTo>
                <a:lnTo>
                  <a:pt x="40868" y="103436"/>
                </a:lnTo>
                <a:cubicBezTo>
                  <a:pt x="37981" y="103942"/>
                  <a:pt x="35272" y="101709"/>
                  <a:pt x="35838" y="98822"/>
                </a:cubicBezTo>
                <a:cubicBezTo>
                  <a:pt x="37267" y="91470"/>
                  <a:pt x="41523" y="84951"/>
                  <a:pt x="47655" y="80695"/>
                </a:cubicBezTo>
                <a:lnTo>
                  <a:pt x="47655" y="58489"/>
                </a:lnTo>
                <a:cubicBezTo>
                  <a:pt x="47238" y="58728"/>
                  <a:pt x="46762" y="58876"/>
                  <a:pt x="46256" y="58966"/>
                </a:cubicBezTo>
                <a:lnTo>
                  <a:pt x="27503" y="62270"/>
                </a:lnTo>
                <a:cubicBezTo>
                  <a:pt x="24914" y="62716"/>
                  <a:pt x="22354" y="60960"/>
                  <a:pt x="22771" y="58370"/>
                </a:cubicBezTo>
                <a:cubicBezTo>
                  <a:pt x="23693" y="52536"/>
                  <a:pt x="28248" y="47655"/>
                  <a:pt x="34409" y="46553"/>
                </a:cubicBezTo>
                <a:cubicBezTo>
                  <a:pt x="39529" y="45660"/>
                  <a:pt x="44500" y="47595"/>
                  <a:pt x="47685" y="51256"/>
                </a:cubicBezTo>
                <a:lnTo>
                  <a:pt x="47685" y="44500"/>
                </a:lnTo>
                <a:cubicBezTo>
                  <a:pt x="47685" y="37802"/>
                  <a:pt x="49738" y="28902"/>
                  <a:pt x="57299" y="22652"/>
                </a:cubicBezTo>
                <a:cubicBezTo>
                  <a:pt x="65038" y="16252"/>
                  <a:pt x="77450" y="9585"/>
                  <a:pt x="94476" y="6519"/>
                </a:cubicBezTo>
                <a:cubicBezTo>
                  <a:pt x="85398" y="1667"/>
                  <a:pt x="68788" y="-3006"/>
                  <a:pt x="45720" y="1042"/>
                </a:cubicBezTo>
                <a:cubicBezTo>
                  <a:pt x="21818" y="5269"/>
                  <a:pt x="7620" y="15954"/>
                  <a:pt x="1042" y="23693"/>
                </a:cubicBezTo>
                <a:cubicBezTo>
                  <a:pt x="-1637" y="26819"/>
                  <a:pt x="-2173" y="31105"/>
                  <a:pt x="-1459" y="35153"/>
                </a:cubicBezTo>
                <a:close/>
                <a:moveTo>
                  <a:pt x="61912" y="41285"/>
                </a:moveTo>
                <a:lnTo>
                  <a:pt x="61912" y="93315"/>
                </a:lnTo>
                <a:cubicBezTo>
                  <a:pt x="61912" y="117336"/>
                  <a:pt x="76944" y="138827"/>
                  <a:pt x="99536" y="147012"/>
                </a:cubicBezTo>
                <a:lnTo>
                  <a:pt x="107781" y="150019"/>
                </a:lnTo>
                <a:cubicBezTo>
                  <a:pt x="111978" y="151537"/>
                  <a:pt x="116592" y="151537"/>
                  <a:pt x="120789" y="150019"/>
                </a:cubicBezTo>
                <a:lnTo>
                  <a:pt x="129064" y="147042"/>
                </a:lnTo>
                <a:cubicBezTo>
                  <a:pt x="151656" y="138827"/>
                  <a:pt x="166688" y="117366"/>
                  <a:pt x="166688" y="93315"/>
                </a:cubicBezTo>
                <a:lnTo>
                  <a:pt x="166688" y="41285"/>
                </a:lnTo>
                <a:cubicBezTo>
                  <a:pt x="166688" y="39231"/>
                  <a:pt x="166062" y="37177"/>
                  <a:pt x="164604" y="35749"/>
                </a:cubicBezTo>
                <a:cubicBezTo>
                  <a:pt x="157877" y="29051"/>
                  <a:pt x="141327" y="19080"/>
                  <a:pt x="114300" y="19080"/>
                </a:cubicBezTo>
                <a:cubicBezTo>
                  <a:pt x="87273" y="19080"/>
                  <a:pt x="70723" y="29081"/>
                  <a:pt x="63996" y="35749"/>
                </a:cubicBezTo>
                <a:cubicBezTo>
                  <a:pt x="62538" y="37207"/>
                  <a:pt x="61912" y="39231"/>
                  <a:pt x="61912" y="41285"/>
                </a:cubicBezTo>
                <a:close/>
                <a:moveTo>
                  <a:pt x="81588" y="96976"/>
                </a:moveTo>
                <a:cubicBezTo>
                  <a:pt x="81171" y="94893"/>
                  <a:pt x="83671" y="93702"/>
                  <a:pt x="85368" y="95012"/>
                </a:cubicBezTo>
                <a:cubicBezTo>
                  <a:pt x="93375" y="101144"/>
                  <a:pt x="103406" y="104805"/>
                  <a:pt x="114300" y="104805"/>
                </a:cubicBezTo>
                <a:cubicBezTo>
                  <a:pt x="125194" y="104805"/>
                  <a:pt x="135195" y="101144"/>
                  <a:pt x="143232" y="95012"/>
                </a:cubicBezTo>
                <a:cubicBezTo>
                  <a:pt x="144929" y="93702"/>
                  <a:pt x="147429" y="94893"/>
                  <a:pt x="147012" y="96976"/>
                </a:cubicBezTo>
                <a:cubicBezTo>
                  <a:pt x="144006" y="112276"/>
                  <a:pt x="130493" y="123855"/>
                  <a:pt x="114300" y="123855"/>
                </a:cubicBezTo>
                <a:cubicBezTo>
                  <a:pt x="98108" y="123855"/>
                  <a:pt x="84594" y="112306"/>
                  <a:pt x="81588" y="96976"/>
                </a:cubicBezTo>
                <a:close/>
                <a:moveTo>
                  <a:pt x="81736" y="66764"/>
                </a:moveTo>
                <a:cubicBezTo>
                  <a:pt x="83701" y="61168"/>
                  <a:pt x="88999" y="57150"/>
                  <a:pt x="95250" y="57150"/>
                </a:cubicBezTo>
                <a:cubicBezTo>
                  <a:pt x="101501" y="57150"/>
                  <a:pt x="106829" y="61168"/>
                  <a:pt x="108764" y="66764"/>
                </a:cubicBezTo>
                <a:cubicBezTo>
                  <a:pt x="109627" y="69265"/>
                  <a:pt x="107424" y="71438"/>
                  <a:pt x="104775" y="71438"/>
                </a:cubicBezTo>
                <a:lnTo>
                  <a:pt x="85725" y="71438"/>
                </a:lnTo>
                <a:cubicBezTo>
                  <a:pt x="83106" y="71438"/>
                  <a:pt x="80873" y="69235"/>
                  <a:pt x="81736" y="66764"/>
                </a:cubicBezTo>
                <a:close/>
                <a:moveTo>
                  <a:pt x="142875" y="71438"/>
                </a:moveTo>
                <a:lnTo>
                  <a:pt x="123825" y="71438"/>
                </a:lnTo>
                <a:cubicBezTo>
                  <a:pt x="121206" y="71438"/>
                  <a:pt x="118973" y="69235"/>
                  <a:pt x="119836" y="66764"/>
                </a:cubicBezTo>
                <a:cubicBezTo>
                  <a:pt x="121771" y="61168"/>
                  <a:pt x="127099" y="57150"/>
                  <a:pt x="133350" y="57150"/>
                </a:cubicBezTo>
                <a:cubicBezTo>
                  <a:pt x="139601" y="57150"/>
                  <a:pt x="144929" y="61168"/>
                  <a:pt x="146864" y="66764"/>
                </a:cubicBezTo>
                <a:cubicBezTo>
                  <a:pt x="147727" y="69265"/>
                  <a:pt x="145524" y="71438"/>
                  <a:pt x="142875" y="71438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794782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Ópera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63017" y="51376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4212" y="107186"/>
                </a:moveTo>
                <a:lnTo>
                  <a:pt x="102900" y="105757"/>
                </a:lnTo>
                <a:cubicBezTo>
                  <a:pt x="101352" y="105668"/>
                  <a:pt x="99834" y="106085"/>
                  <a:pt x="98584" y="107007"/>
                </a:cubicBezTo>
                <a:cubicBezTo>
                  <a:pt x="97334" y="107930"/>
                  <a:pt x="96441" y="109210"/>
                  <a:pt x="96083" y="110728"/>
                </a:cubicBezTo>
                <a:lnTo>
                  <a:pt x="90845" y="131445"/>
                </a:lnTo>
                <a:cubicBezTo>
                  <a:pt x="86171" y="132695"/>
                  <a:pt x="81260" y="133350"/>
                  <a:pt x="76200" y="133350"/>
                </a:cubicBezTo>
                <a:cubicBezTo>
                  <a:pt x="71140" y="133350"/>
                  <a:pt x="66229" y="132695"/>
                  <a:pt x="61555" y="131445"/>
                </a:cubicBezTo>
                <a:lnTo>
                  <a:pt x="56317" y="110728"/>
                </a:lnTo>
                <a:cubicBezTo>
                  <a:pt x="55930" y="109240"/>
                  <a:pt x="55037" y="107930"/>
                  <a:pt x="53816" y="107007"/>
                </a:cubicBezTo>
                <a:cubicBezTo>
                  <a:pt x="52596" y="106085"/>
                  <a:pt x="51048" y="105668"/>
                  <a:pt x="49500" y="105757"/>
                </a:cubicBezTo>
                <a:lnTo>
                  <a:pt x="28188" y="107186"/>
                </a:lnTo>
                <a:cubicBezTo>
                  <a:pt x="22949" y="99090"/>
                  <a:pt x="19705" y="89565"/>
                  <a:pt x="19139" y="79325"/>
                </a:cubicBezTo>
                <a:lnTo>
                  <a:pt x="37207" y="67955"/>
                </a:lnTo>
                <a:cubicBezTo>
                  <a:pt x="38517" y="67121"/>
                  <a:pt x="39469" y="65871"/>
                  <a:pt x="39945" y="64413"/>
                </a:cubicBezTo>
                <a:cubicBezTo>
                  <a:pt x="40422" y="62954"/>
                  <a:pt x="40362" y="61377"/>
                  <a:pt x="39797" y="59948"/>
                </a:cubicBezTo>
                <a:lnTo>
                  <a:pt x="31849" y="40124"/>
                </a:lnTo>
                <a:cubicBezTo>
                  <a:pt x="38100" y="32504"/>
                  <a:pt x="46226" y="26491"/>
                  <a:pt x="55572" y="22890"/>
                </a:cubicBezTo>
                <a:lnTo>
                  <a:pt x="72003" y="36582"/>
                </a:lnTo>
                <a:cubicBezTo>
                  <a:pt x="73194" y="37564"/>
                  <a:pt x="74682" y="38100"/>
                  <a:pt x="76200" y="38100"/>
                </a:cubicBezTo>
                <a:cubicBezTo>
                  <a:pt x="77718" y="38100"/>
                  <a:pt x="79236" y="37564"/>
                  <a:pt x="80397" y="36582"/>
                </a:cubicBezTo>
                <a:lnTo>
                  <a:pt x="96828" y="22890"/>
                </a:lnTo>
                <a:cubicBezTo>
                  <a:pt x="106144" y="26491"/>
                  <a:pt x="114300" y="32504"/>
                  <a:pt x="120521" y="40124"/>
                </a:cubicBezTo>
                <a:lnTo>
                  <a:pt x="112574" y="59948"/>
                </a:lnTo>
                <a:cubicBezTo>
                  <a:pt x="112008" y="61377"/>
                  <a:pt x="111949" y="62954"/>
                  <a:pt x="112425" y="64413"/>
                </a:cubicBezTo>
                <a:cubicBezTo>
                  <a:pt x="112901" y="65871"/>
                  <a:pt x="113883" y="67121"/>
                  <a:pt x="115163" y="67955"/>
                </a:cubicBezTo>
                <a:lnTo>
                  <a:pt x="133231" y="79325"/>
                </a:lnTo>
                <a:cubicBezTo>
                  <a:pt x="132665" y="89565"/>
                  <a:pt x="129421" y="99090"/>
                  <a:pt x="124182" y="107186"/>
                </a:cubicBezTo>
                <a:close/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80397" y="55453"/>
                </a:moveTo>
                <a:cubicBezTo>
                  <a:pt x="77897" y="53638"/>
                  <a:pt x="74503" y="53638"/>
                  <a:pt x="72003" y="55453"/>
                </a:cubicBezTo>
                <a:lnTo>
                  <a:pt x="57745" y="65782"/>
                </a:lnTo>
                <a:cubicBezTo>
                  <a:pt x="55245" y="67598"/>
                  <a:pt x="54203" y="70812"/>
                  <a:pt x="55156" y="73759"/>
                </a:cubicBezTo>
                <a:lnTo>
                  <a:pt x="60603" y="90517"/>
                </a:lnTo>
                <a:cubicBezTo>
                  <a:pt x="61555" y="93464"/>
                  <a:pt x="64294" y="95458"/>
                  <a:pt x="67389" y="95458"/>
                </a:cubicBezTo>
                <a:lnTo>
                  <a:pt x="85011" y="95458"/>
                </a:lnTo>
                <a:cubicBezTo>
                  <a:pt x="88106" y="95458"/>
                  <a:pt x="90845" y="93464"/>
                  <a:pt x="91797" y="90517"/>
                </a:cubicBezTo>
                <a:lnTo>
                  <a:pt x="97244" y="73759"/>
                </a:lnTo>
                <a:cubicBezTo>
                  <a:pt x="98197" y="70812"/>
                  <a:pt x="97155" y="67598"/>
                  <a:pt x="94655" y="65782"/>
                </a:cubicBezTo>
                <a:lnTo>
                  <a:pt x="80397" y="55424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667" y="5099582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Fútbol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53150" y="51376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099582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95800" y="5637215"/>
            <a:ext cx="3199342" cy="618067"/>
          </a:xfrm>
          <a:custGeom>
            <a:avLst/>
            <a:gdLst/>
            <a:ahLst/>
            <a:cxnLst/>
            <a:rect l="l" t="t" r="r" b="b"/>
            <a:pathLst>
              <a:path w="3199342" h="618067">
                <a:moveTo>
                  <a:pt x="76201" y="0"/>
                </a:moveTo>
                <a:lnTo>
                  <a:pt x="3123140" y="0"/>
                </a:lnTo>
                <a:cubicBezTo>
                  <a:pt x="3165225" y="0"/>
                  <a:pt x="3199342" y="34117"/>
                  <a:pt x="3199342" y="76201"/>
                </a:cubicBezTo>
                <a:lnTo>
                  <a:pt x="3199342" y="541865"/>
                </a:lnTo>
                <a:cubicBezTo>
                  <a:pt x="3199342" y="583950"/>
                  <a:pt x="3165225" y="618067"/>
                  <a:pt x="3123140" y="618067"/>
                </a:cubicBezTo>
                <a:lnTo>
                  <a:pt x="76201" y="618067"/>
                </a:lnTo>
                <a:cubicBezTo>
                  <a:pt x="34117" y="618067"/>
                  <a:pt x="0" y="583950"/>
                  <a:pt x="0" y="541865"/>
                </a:cubicBezTo>
                <a:lnTo>
                  <a:pt x="0" y="76201"/>
                </a:lnTo>
                <a:cubicBezTo>
                  <a:pt x="0" y="34117"/>
                  <a:pt x="34117" y="0"/>
                  <a:pt x="7620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50052" y="577268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7" name="Text 35"/>
          <p:cNvSpPr/>
          <p:nvPr/>
        </p:nvSpPr>
        <p:spPr>
          <a:xfrm>
            <a:off x="4842933" y="5755746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Nuevas fuentes de ingresos sin expansión geográfica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32233" y="1756833"/>
            <a:ext cx="3675592" cy="4732867"/>
          </a:xfrm>
          <a:custGeom>
            <a:avLst/>
            <a:gdLst/>
            <a:ahLst/>
            <a:cxnLst/>
            <a:rect l="l" t="t" r="r" b="b"/>
            <a:pathLst>
              <a:path w="3675592" h="4732867">
                <a:moveTo>
                  <a:pt x="114311" y="0"/>
                </a:moveTo>
                <a:lnTo>
                  <a:pt x="3561281" y="0"/>
                </a:lnTo>
                <a:cubicBezTo>
                  <a:pt x="3624413" y="0"/>
                  <a:pt x="3675592" y="51179"/>
                  <a:pt x="3675592" y="114311"/>
                </a:cubicBezTo>
                <a:lnTo>
                  <a:pt x="3675592" y="4618556"/>
                </a:lnTo>
                <a:cubicBezTo>
                  <a:pt x="3675592" y="4681688"/>
                  <a:pt x="3624413" y="4732867"/>
                  <a:pt x="3561281" y="4732867"/>
                </a:cubicBezTo>
                <a:lnTo>
                  <a:pt x="114311" y="4732867"/>
                </a:lnTo>
                <a:cubicBezTo>
                  <a:pt x="51179" y="4732867"/>
                  <a:pt x="0" y="4681688"/>
                  <a:pt x="0" y="4618556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65067" y="19896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0" name="Text 38"/>
          <p:cNvSpPr/>
          <p:nvPr/>
        </p:nvSpPr>
        <p:spPr>
          <a:xfrm>
            <a:off x="8557815" y="2103969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12767" y="2103969"/>
            <a:ext cx="174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Objetivos por País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65067" y="2675469"/>
            <a:ext cx="3295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específicas y medibles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cada mercado en 2025.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65067" y="3385082"/>
            <a:ext cx="3209925" cy="685800"/>
          </a:xfrm>
          <a:custGeom>
            <a:avLst/>
            <a:gdLst/>
            <a:ahLst/>
            <a:cxnLst/>
            <a:rect l="l" t="t" r="r" b="b"/>
            <a:pathLst>
              <a:path w="3209925" h="685800">
                <a:moveTo>
                  <a:pt x="76199" y="0"/>
                </a:moveTo>
                <a:lnTo>
                  <a:pt x="3133726" y="0"/>
                </a:lnTo>
                <a:cubicBezTo>
                  <a:pt x="3175809" y="0"/>
                  <a:pt x="3209925" y="34116"/>
                  <a:pt x="3209925" y="76199"/>
                </a:cubicBezTo>
                <a:lnTo>
                  <a:pt x="3209925" y="609601"/>
                </a:lnTo>
                <a:cubicBezTo>
                  <a:pt x="3209925" y="651684"/>
                  <a:pt x="3175809" y="685800"/>
                  <a:pt x="31337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517467" y="35374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5" name="Text 43"/>
          <p:cNvSpPr/>
          <p:nvPr/>
        </p:nvSpPr>
        <p:spPr>
          <a:xfrm>
            <a:off x="8746067" y="3499382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79367" y="3766082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nuevas salas anuales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65067" y="4185182"/>
            <a:ext cx="3209925" cy="685800"/>
          </a:xfrm>
          <a:custGeom>
            <a:avLst/>
            <a:gdLst/>
            <a:ahLst/>
            <a:cxnLst/>
            <a:rect l="l" t="t" r="r" b="b"/>
            <a:pathLst>
              <a:path w="3209925" h="685800">
                <a:moveTo>
                  <a:pt x="76199" y="0"/>
                </a:moveTo>
                <a:lnTo>
                  <a:pt x="3133726" y="0"/>
                </a:lnTo>
                <a:cubicBezTo>
                  <a:pt x="3175809" y="0"/>
                  <a:pt x="3209925" y="34116"/>
                  <a:pt x="3209925" y="76199"/>
                </a:cubicBezTo>
                <a:lnTo>
                  <a:pt x="3209925" y="609601"/>
                </a:lnTo>
                <a:cubicBezTo>
                  <a:pt x="3209925" y="651684"/>
                  <a:pt x="3175809" y="685800"/>
                  <a:pt x="31337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17467" y="43375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9" name="Text 47"/>
          <p:cNvSpPr/>
          <p:nvPr/>
        </p:nvSpPr>
        <p:spPr>
          <a:xfrm>
            <a:off x="8746067" y="4299482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Perú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79367" y="4566182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Inversión de ~$7M en Lima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65067" y="4985282"/>
            <a:ext cx="3209925" cy="685800"/>
          </a:xfrm>
          <a:custGeom>
            <a:avLst/>
            <a:gdLst/>
            <a:ahLst/>
            <a:cxnLst/>
            <a:rect l="l" t="t" r="r" b="b"/>
            <a:pathLst>
              <a:path w="3209925" h="685800">
                <a:moveTo>
                  <a:pt x="76199" y="0"/>
                </a:moveTo>
                <a:lnTo>
                  <a:pt x="3133726" y="0"/>
                </a:lnTo>
                <a:cubicBezTo>
                  <a:pt x="3175809" y="0"/>
                  <a:pt x="3209925" y="34116"/>
                  <a:pt x="3209925" y="76199"/>
                </a:cubicBezTo>
                <a:lnTo>
                  <a:pt x="3209925" y="609601"/>
                </a:lnTo>
                <a:cubicBezTo>
                  <a:pt x="3209925" y="651684"/>
                  <a:pt x="3175809" y="685800"/>
                  <a:pt x="31337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517467" y="51376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3" name="Text 51"/>
          <p:cNvSpPr/>
          <p:nvPr/>
        </p:nvSpPr>
        <p:spPr>
          <a:xfrm>
            <a:off x="8746067" y="5099582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Colombia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79367" y="5366282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Optimizar sedes actuales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69300" y="5827715"/>
            <a:ext cx="3199342" cy="427567"/>
          </a:xfrm>
          <a:custGeom>
            <a:avLst/>
            <a:gdLst/>
            <a:ahLst/>
            <a:cxnLst/>
            <a:rect l="l" t="t" r="r" b="b"/>
            <a:pathLst>
              <a:path w="3199342" h="427567">
                <a:moveTo>
                  <a:pt x="76201" y="0"/>
                </a:moveTo>
                <a:lnTo>
                  <a:pt x="3123141" y="0"/>
                </a:lnTo>
                <a:cubicBezTo>
                  <a:pt x="3165225" y="0"/>
                  <a:pt x="3199342" y="34116"/>
                  <a:pt x="3199342" y="76201"/>
                </a:cubicBezTo>
                <a:lnTo>
                  <a:pt x="3199342" y="351366"/>
                </a:lnTo>
                <a:cubicBezTo>
                  <a:pt x="3199342" y="393450"/>
                  <a:pt x="3165225" y="427567"/>
                  <a:pt x="3123141" y="427567"/>
                </a:cubicBezTo>
                <a:lnTo>
                  <a:pt x="76201" y="427567"/>
                </a:lnTo>
                <a:cubicBezTo>
                  <a:pt x="34144" y="427567"/>
                  <a:pt x="0" y="393422"/>
                  <a:pt x="0" y="351366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23552" y="596318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7" name="Text 55"/>
          <p:cNvSpPr/>
          <p:nvPr/>
        </p:nvSpPr>
        <p:spPr>
          <a:xfrm>
            <a:off x="8716434" y="5946246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Adaptación local con métricas claras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993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spc="119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de Gestión Estratégica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82070"/>
            <a:ext cx="11661501" cy="1136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8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¿Cómo Aseguran Objetivos Claros?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80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Parte 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928" y="1970424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395769" y="2197781"/>
            <a:ext cx="5587079" cy="3590340"/>
          </a:xfrm>
          <a:custGeom>
            <a:avLst/>
            <a:gdLst/>
            <a:ahLst/>
            <a:cxnLst/>
            <a:rect l="l" t="t" r="r" b="b"/>
            <a:pathLst>
              <a:path w="5587079" h="3590340">
                <a:moveTo>
                  <a:pt x="33683" y="0"/>
                </a:moveTo>
                <a:lnTo>
                  <a:pt x="5473409" y="0"/>
                </a:lnTo>
                <a:cubicBezTo>
                  <a:pt x="5536187" y="0"/>
                  <a:pt x="5587079" y="50892"/>
                  <a:pt x="5587079" y="113670"/>
                </a:cubicBezTo>
                <a:lnTo>
                  <a:pt x="5587079" y="3476670"/>
                </a:lnTo>
                <a:cubicBezTo>
                  <a:pt x="5587079" y="3539448"/>
                  <a:pt x="5536187" y="3590340"/>
                  <a:pt x="5473409" y="3590340"/>
                </a:cubicBezTo>
                <a:lnTo>
                  <a:pt x="33683" y="3590340"/>
                </a:lnTo>
                <a:cubicBezTo>
                  <a:pt x="15080" y="3590340"/>
                  <a:pt x="0" y="3575260"/>
                  <a:pt x="0" y="3556658"/>
                </a:cubicBezTo>
                <a:lnTo>
                  <a:pt x="0" y="33683"/>
                </a:lnTo>
                <a:cubicBezTo>
                  <a:pt x="0" y="15093"/>
                  <a:pt x="15093" y="0"/>
                  <a:pt x="33683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C5A0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95769" y="2197781"/>
            <a:ext cx="33683" cy="3590340"/>
          </a:xfrm>
          <a:custGeom>
            <a:avLst/>
            <a:gdLst/>
            <a:ahLst/>
            <a:cxnLst/>
            <a:rect l="l" t="t" r="r" b="b"/>
            <a:pathLst>
              <a:path w="33683" h="3590340">
                <a:moveTo>
                  <a:pt x="33683" y="0"/>
                </a:moveTo>
                <a:lnTo>
                  <a:pt x="33683" y="0"/>
                </a:lnTo>
                <a:lnTo>
                  <a:pt x="33683" y="3590340"/>
                </a:lnTo>
                <a:lnTo>
                  <a:pt x="33683" y="3590340"/>
                </a:lnTo>
                <a:cubicBezTo>
                  <a:pt x="15080" y="3590340"/>
                  <a:pt x="0" y="3575260"/>
                  <a:pt x="0" y="3556658"/>
                </a:cubicBezTo>
                <a:lnTo>
                  <a:pt x="0" y="33683"/>
                </a:lnTo>
                <a:cubicBezTo>
                  <a:pt x="0" y="15093"/>
                  <a:pt x="15093" y="0"/>
                  <a:pt x="33683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639967" y="2425138"/>
            <a:ext cx="606284" cy="606284"/>
          </a:xfrm>
          <a:custGeom>
            <a:avLst/>
            <a:gdLst/>
            <a:ahLst/>
            <a:cxnLst/>
            <a:rect l="l" t="t" r="r" b="b"/>
            <a:pathLst>
              <a:path w="606284" h="606284">
                <a:moveTo>
                  <a:pt x="303142" y="0"/>
                </a:moveTo>
                <a:lnTo>
                  <a:pt x="303142" y="0"/>
                </a:lnTo>
                <a:cubicBezTo>
                  <a:pt x="470563" y="0"/>
                  <a:pt x="606284" y="135721"/>
                  <a:pt x="606284" y="303142"/>
                </a:cubicBezTo>
                <a:lnTo>
                  <a:pt x="606284" y="303142"/>
                </a:lnTo>
                <a:cubicBezTo>
                  <a:pt x="606284" y="470563"/>
                  <a:pt x="470563" y="606284"/>
                  <a:pt x="303142" y="606284"/>
                </a:cubicBezTo>
                <a:lnTo>
                  <a:pt x="303142" y="606284"/>
                </a:lnTo>
                <a:cubicBezTo>
                  <a:pt x="135721" y="606284"/>
                  <a:pt x="0" y="470563"/>
                  <a:pt x="0" y="303142"/>
                </a:cubicBezTo>
                <a:lnTo>
                  <a:pt x="0" y="303142"/>
                </a:lnTo>
                <a:cubicBezTo>
                  <a:pt x="0" y="135721"/>
                  <a:pt x="135721" y="0"/>
                  <a:pt x="303142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8" name="Shape 6"/>
          <p:cNvSpPr/>
          <p:nvPr/>
        </p:nvSpPr>
        <p:spPr>
          <a:xfrm>
            <a:off x="801011" y="2614601"/>
            <a:ext cx="284196" cy="227357"/>
          </a:xfrm>
          <a:custGeom>
            <a:avLst/>
            <a:gdLst/>
            <a:ahLst/>
            <a:cxnLst/>
            <a:rect l="l" t="t" r="r" b="b"/>
            <a:pathLst>
              <a:path w="284196" h="227357">
                <a:moveTo>
                  <a:pt x="170517" y="14210"/>
                </a:moveTo>
                <a:lnTo>
                  <a:pt x="227357" y="14210"/>
                </a:lnTo>
                <a:cubicBezTo>
                  <a:pt x="235216" y="14210"/>
                  <a:pt x="241566" y="20560"/>
                  <a:pt x="241566" y="28420"/>
                </a:cubicBezTo>
                <a:cubicBezTo>
                  <a:pt x="241566" y="36279"/>
                  <a:pt x="235216" y="42629"/>
                  <a:pt x="227357" y="42629"/>
                </a:cubicBezTo>
                <a:lnTo>
                  <a:pt x="176912" y="42629"/>
                </a:lnTo>
                <a:cubicBezTo>
                  <a:pt x="174603" y="54086"/>
                  <a:pt x="166743" y="63544"/>
                  <a:pt x="156308" y="68074"/>
                </a:cubicBezTo>
                <a:lnTo>
                  <a:pt x="156308" y="198937"/>
                </a:lnTo>
                <a:lnTo>
                  <a:pt x="227357" y="198937"/>
                </a:lnTo>
                <a:cubicBezTo>
                  <a:pt x="235216" y="198937"/>
                  <a:pt x="241566" y="205287"/>
                  <a:pt x="241566" y="213147"/>
                </a:cubicBezTo>
                <a:cubicBezTo>
                  <a:pt x="241566" y="221007"/>
                  <a:pt x="235216" y="227357"/>
                  <a:pt x="227357" y="227357"/>
                </a:cubicBezTo>
                <a:lnTo>
                  <a:pt x="56839" y="227357"/>
                </a:lnTo>
                <a:cubicBezTo>
                  <a:pt x="48979" y="227357"/>
                  <a:pt x="42629" y="221007"/>
                  <a:pt x="42629" y="213147"/>
                </a:cubicBezTo>
                <a:cubicBezTo>
                  <a:pt x="42629" y="205287"/>
                  <a:pt x="48979" y="198937"/>
                  <a:pt x="56839" y="198937"/>
                </a:cubicBezTo>
                <a:lnTo>
                  <a:pt x="127888" y="198937"/>
                </a:lnTo>
                <a:lnTo>
                  <a:pt x="127888" y="68074"/>
                </a:lnTo>
                <a:cubicBezTo>
                  <a:pt x="117453" y="63500"/>
                  <a:pt x="109593" y="54042"/>
                  <a:pt x="107284" y="42629"/>
                </a:cubicBezTo>
                <a:lnTo>
                  <a:pt x="56839" y="42629"/>
                </a:lnTo>
                <a:cubicBezTo>
                  <a:pt x="48979" y="42629"/>
                  <a:pt x="42629" y="36279"/>
                  <a:pt x="42629" y="28420"/>
                </a:cubicBezTo>
                <a:cubicBezTo>
                  <a:pt x="42629" y="20560"/>
                  <a:pt x="48979" y="14210"/>
                  <a:pt x="56839" y="14210"/>
                </a:cubicBezTo>
                <a:lnTo>
                  <a:pt x="113678" y="14210"/>
                </a:lnTo>
                <a:cubicBezTo>
                  <a:pt x="120162" y="5595"/>
                  <a:pt x="130464" y="0"/>
                  <a:pt x="142098" y="0"/>
                </a:cubicBezTo>
                <a:cubicBezTo>
                  <a:pt x="153732" y="0"/>
                  <a:pt x="164034" y="5595"/>
                  <a:pt x="170517" y="14210"/>
                </a:cubicBezTo>
                <a:close/>
                <a:moveTo>
                  <a:pt x="195207" y="142098"/>
                </a:moveTo>
                <a:lnTo>
                  <a:pt x="259506" y="142098"/>
                </a:lnTo>
                <a:lnTo>
                  <a:pt x="227357" y="86946"/>
                </a:lnTo>
                <a:lnTo>
                  <a:pt x="195207" y="142098"/>
                </a:lnTo>
                <a:close/>
                <a:moveTo>
                  <a:pt x="227357" y="184727"/>
                </a:moveTo>
                <a:cubicBezTo>
                  <a:pt x="199426" y="184727"/>
                  <a:pt x="176201" y="169629"/>
                  <a:pt x="171406" y="149691"/>
                </a:cubicBezTo>
                <a:cubicBezTo>
                  <a:pt x="170251" y="144807"/>
                  <a:pt x="171850" y="139789"/>
                  <a:pt x="174381" y="135437"/>
                </a:cubicBezTo>
                <a:lnTo>
                  <a:pt x="216655" y="62967"/>
                </a:lnTo>
                <a:cubicBezTo>
                  <a:pt x="218875" y="59148"/>
                  <a:pt x="222960" y="56839"/>
                  <a:pt x="227357" y="56839"/>
                </a:cubicBezTo>
                <a:cubicBezTo>
                  <a:pt x="231753" y="56839"/>
                  <a:pt x="235838" y="59193"/>
                  <a:pt x="238058" y="62967"/>
                </a:cubicBezTo>
                <a:lnTo>
                  <a:pt x="280333" y="135437"/>
                </a:lnTo>
                <a:cubicBezTo>
                  <a:pt x="282864" y="139789"/>
                  <a:pt x="284462" y="144807"/>
                  <a:pt x="283308" y="149691"/>
                </a:cubicBezTo>
                <a:cubicBezTo>
                  <a:pt x="278512" y="169585"/>
                  <a:pt x="255288" y="184727"/>
                  <a:pt x="227357" y="184727"/>
                </a:cubicBezTo>
                <a:close/>
                <a:moveTo>
                  <a:pt x="56306" y="86946"/>
                </a:moveTo>
                <a:lnTo>
                  <a:pt x="24157" y="142098"/>
                </a:lnTo>
                <a:lnTo>
                  <a:pt x="88500" y="142098"/>
                </a:lnTo>
                <a:lnTo>
                  <a:pt x="56306" y="86946"/>
                </a:lnTo>
                <a:close/>
                <a:moveTo>
                  <a:pt x="400" y="149691"/>
                </a:moveTo>
                <a:cubicBezTo>
                  <a:pt x="-755" y="144807"/>
                  <a:pt x="844" y="139789"/>
                  <a:pt x="3375" y="135437"/>
                </a:cubicBezTo>
                <a:lnTo>
                  <a:pt x="45649" y="62967"/>
                </a:lnTo>
                <a:cubicBezTo>
                  <a:pt x="47869" y="59148"/>
                  <a:pt x="51955" y="56839"/>
                  <a:pt x="56351" y="56839"/>
                </a:cubicBezTo>
                <a:cubicBezTo>
                  <a:pt x="60747" y="56839"/>
                  <a:pt x="64832" y="59193"/>
                  <a:pt x="67052" y="62967"/>
                </a:cubicBezTo>
                <a:lnTo>
                  <a:pt x="109327" y="135437"/>
                </a:lnTo>
                <a:cubicBezTo>
                  <a:pt x="111858" y="139789"/>
                  <a:pt x="113456" y="144807"/>
                  <a:pt x="112302" y="149691"/>
                </a:cubicBezTo>
                <a:cubicBezTo>
                  <a:pt x="107506" y="169585"/>
                  <a:pt x="84282" y="184727"/>
                  <a:pt x="56351" y="184727"/>
                </a:cubicBezTo>
                <a:cubicBezTo>
                  <a:pt x="28420" y="184727"/>
                  <a:pt x="5195" y="169629"/>
                  <a:pt x="400" y="149691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9" name="Text 7"/>
          <p:cNvSpPr/>
          <p:nvPr/>
        </p:nvSpPr>
        <p:spPr>
          <a:xfrm>
            <a:off x="1397822" y="2425138"/>
            <a:ext cx="2339879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8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Balanced Scorecard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822" y="2841958"/>
            <a:ext cx="228304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(BSC)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967" y="3258779"/>
            <a:ext cx="5200783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 adoptada para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traducir misión y visión en indicadores medibles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9967" y="4002424"/>
            <a:ext cx="5115524" cy="1553604"/>
          </a:xfrm>
          <a:custGeom>
            <a:avLst/>
            <a:gdLst/>
            <a:ahLst/>
            <a:cxnLst/>
            <a:rect l="l" t="t" r="r" b="b"/>
            <a:pathLst>
              <a:path w="5115524" h="1553604">
                <a:moveTo>
                  <a:pt x="75785" y="0"/>
                </a:moveTo>
                <a:lnTo>
                  <a:pt x="5039740" y="0"/>
                </a:lnTo>
                <a:cubicBezTo>
                  <a:pt x="5081594" y="0"/>
                  <a:pt x="5115524" y="33930"/>
                  <a:pt x="5115524" y="75785"/>
                </a:cubicBezTo>
                <a:lnTo>
                  <a:pt x="5115524" y="1477819"/>
                </a:lnTo>
                <a:cubicBezTo>
                  <a:pt x="5115524" y="1519674"/>
                  <a:pt x="5081594" y="1553604"/>
                  <a:pt x="5039740" y="1553604"/>
                </a:cubicBezTo>
                <a:lnTo>
                  <a:pt x="75785" y="1553604"/>
                </a:lnTo>
                <a:cubicBezTo>
                  <a:pt x="33930" y="1553604"/>
                  <a:pt x="0" y="1519674"/>
                  <a:pt x="0" y="1477819"/>
                </a:cubicBezTo>
                <a:lnTo>
                  <a:pt x="0" y="75785"/>
                </a:lnTo>
                <a:cubicBezTo>
                  <a:pt x="0" y="33930"/>
                  <a:pt x="33930" y="0"/>
                  <a:pt x="7578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9431" y="4191888"/>
            <a:ext cx="481238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Beneficios del BSC: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3114" y="4570816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85259" y="170517"/>
                </a:moveTo>
                <a:cubicBezTo>
                  <a:pt x="132314" y="170517"/>
                  <a:pt x="170517" y="132314"/>
                  <a:pt x="170517" y="85259"/>
                </a:cubicBezTo>
                <a:cubicBezTo>
                  <a:pt x="170517" y="38203"/>
                  <a:pt x="132314" y="0"/>
                  <a:pt x="85259" y="0"/>
                </a:cubicBezTo>
                <a:cubicBezTo>
                  <a:pt x="38203" y="0"/>
                  <a:pt x="0" y="38203"/>
                  <a:pt x="0" y="85259"/>
                </a:cubicBezTo>
                <a:cubicBezTo>
                  <a:pt x="0" y="132314"/>
                  <a:pt x="38203" y="170517"/>
                  <a:pt x="85259" y="170517"/>
                </a:cubicBezTo>
                <a:close/>
                <a:moveTo>
                  <a:pt x="113367" y="70838"/>
                </a:moveTo>
                <a:lnTo>
                  <a:pt x="86724" y="113467"/>
                </a:lnTo>
                <a:cubicBezTo>
                  <a:pt x="85325" y="115699"/>
                  <a:pt x="82927" y="117098"/>
                  <a:pt x="80296" y="117231"/>
                </a:cubicBezTo>
                <a:cubicBezTo>
                  <a:pt x="77665" y="117364"/>
                  <a:pt x="75134" y="116165"/>
                  <a:pt x="73569" y="114034"/>
                </a:cubicBezTo>
                <a:lnTo>
                  <a:pt x="57583" y="92719"/>
                </a:lnTo>
                <a:cubicBezTo>
                  <a:pt x="54919" y="89189"/>
                  <a:pt x="55651" y="84193"/>
                  <a:pt x="59182" y="81529"/>
                </a:cubicBezTo>
                <a:cubicBezTo>
                  <a:pt x="62712" y="78864"/>
                  <a:pt x="67707" y="79597"/>
                  <a:pt x="70372" y="83127"/>
                </a:cubicBezTo>
                <a:lnTo>
                  <a:pt x="79364" y="95117"/>
                </a:lnTo>
                <a:lnTo>
                  <a:pt x="99813" y="62379"/>
                </a:lnTo>
                <a:cubicBezTo>
                  <a:pt x="102144" y="58649"/>
                  <a:pt x="107073" y="57483"/>
                  <a:pt x="110836" y="59848"/>
                </a:cubicBezTo>
                <a:cubicBezTo>
                  <a:pt x="114600" y="62212"/>
                  <a:pt x="115732" y="67108"/>
                  <a:pt x="113367" y="7087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256" y="4532923"/>
            <a:ext cx="277564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Mapa estratégico con relaciones causales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3114" y="4873958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85259" y="170517"/>
                </a:moveTo>
                <a:cubicBezTo>
                  <a:pt x="132314" y="170517"/>
                  <a:pt x="170517" y="132314"/>
                  <a:pt x="170517" y="85259"/>
                </a:cubicBezTo>
                <a:cubicBezTo>
                  <a:pt x="170517" y="38203"/>
                  <a:pt x="132314" y="0"/>
                  <a:pt x="85259" y="0"/>
                </a:cubicBezTo>
                <a:cubicBezTo>
                  <a:pt x="38203" y="0"/>
                  <a:pt x="0" y="38203"/>
                  <a:pt x="0" y="85259"/>
                </a:cubicBezTo>
                <a:cubicBezTo>
                  <a:pt x="0" y="132314"/>
                  <a:pt x="38203" y="170517"/>
                  <a:pt x="85259" y="170517"/>
                </a:cubicBezTo>
                <a:close/>
                <a:moveTo>
                  <a:pt x="113367" y="70838"/>
                </a:moveTo>
                <a:lnTo>
                  <a:pt x="86724" y="113467"/>
                </a:lnTo>
                <a:cubicBezTo>
                  <a:pt x="85325" y="115699"/>
                  <a:pt x="82927" y="117098"/>
                  <a:pt x="80296" y="117231"/>
                </a:cubicBezTo>
                <a:cubicBezTo>
                  <a:pt x="77665" y="117364"/>
                  <a:pt x="75134" y="116165"/>
                  <a:pt x="73569" y="114034"/>
                </a:cubicBezTo>
                <a:lnTo>
                  <a:pt x="57583" y="92719"/>
                </a:lnTo>
                <a:cubicBezTo>
                  <a:pt x="54919" y="89189"/>
                  <a:pt x="55651" y="84193"/>
                  <a:pt x="59182" y="81529"/>
                </a:cubicBezTo>
                <a:cubicBezTo>
                  <a:pt x="62712" y="78864"/>
                  <a:pt x="67707" y="79597"/>
                  <a:pt x="70372" y="83127"/>
                </a:cubicBezTo>
                <a:lnTo>
                  <a:pt x="79364" y="95117"/>
                </a:lnTo>
                <a:lnTo>
                  <a:pt x="99813" y="62379"/>
                </a:lnTo>
                <a:cubicBezTo>
                  <a:pt x="102144" y="58649"/>
                  <a:pt x="107073" y="57483"/>
                  <a:pt x="110836" y="59848"/>
                </a:cubicBezTo>
                <a:cubicBezTo>
                  <a:pt x="114600" y="62212"/>
                  <a:pt x="115732" y="67108"/>
                  <a:pt x="113367" y="7087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1156256" y="4836065"/>
            <a:ext cx="273775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área conoce su resultado esperado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3114" y="5177100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85259" y="170517"/>
                </a:moveTo>
                <a:cubicBezTo>
                  <a:pt x="132314" y="170517"/>
                  <a:pt x="170517" y="132314"/>
                  <a:pt x="170517" y="85259"/>
                </a:cubicBezTo>
                <a:cubicBezTo>
                  <a:pt x="170517" y="38203"/>
                  <a:pt x="132314" y="0"/>
                  <a:pt x="85259" y="0"/>
                </a:cubicBezTo>
                <a:cubicBezTo>
                  <a:pt x="38203" y="0"/>
                  <a:pt x="0" y="38203"/>
                  <a:pt x="0" y="85259"/>
                </a:cubicBezTo>
                <a:cubicBezTo>
                  <a:pt x="0" y="132314"/>
                  <a:pt x="38203" y="170517"/>
                  <a:pt x="85259" y="170517"/>
                </a:cubicBezTo>
                <a:close/>
                <a:moveTo>
                  <a:pt x="113367" y="70838"/>
                </a:moveTo>
                <a:lnTo>
                  <a:pt x="86724" y="113467"/>
                </a:lnTo>
                <a:cubicBezTo>
                  <a:pt x="85325" y="115699"/>
                  <a:pt x="82927" y="117098"/>
                  <a:pt x="80296" y="117231"/>
                </a:cubicBezTo>
                <a:cubicBezTo>
                  <a:pt x="77665" y="117364"/>
                  <a:pt x="75134" y="116165"/>
                  <a:pt x="73569" y="114034"/>
                </a:cubicBezTo>
                <a:lnTo>
                  <a:pt x="57583" y="92719"/>
                </a:lnTo>
                <a:cubicBezTo>
                  <a:pt x="54919" y="89189"/>
                  <a:pt x="55651" y="84193"/>
                  <a:pt x="59182" y="81529"/>
                </a:cubicBezTo>
                <a:cubicBezTo>
                  <a:pt x="62712" y="78864"/>
                  <a:pt x="67707" y="79597"/>
                  <a:pt x="70372" y="83127"/>
                </a:cubicBezTo>
                <a:lnTo>
                  <a:pt x="79364" y="95117"/>
                </a:lnTo>
                <a:lnTo>
                  <a:pt x="99813" y="62379"/>
                </a:lnTo>
                <a:cubicBezTo>
                  <a:pt x="102144" y="58649"/>
                  <a:pt x="107073" y="57483"/>
                  <a:pt x="110836" y="59848"/>
                </a:cubicBezTo>
                <a:cubicBezTo>
                  <a:pt x="114600" y="62212"/>
                  <a:pt x="115732" y="67108"/>
                  <a:pt x="113367" y="7087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9" name="Text 17"/>
          <p:cNvSpPr/>
          <p:nvPr/>
        </p:nvSpPr>
        <p:spPr>
          <a:xfrm>
            <a:off x="1156256" y="5139207"/>
            <a:ext cx="244408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Conexión clara con estrategia global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3138" y="5977059"/>
            <a:ext cx="5597605" cy="879954"/>
          </a:xfrm>
          <a:custGeom>
            <a:avLst/>
            <a:gdLst/>
            <a:ahLst/>
            <a:cxnLst/>
            <a:rect l="l" t="t" r="r" b="b"/>
            <a:pathLst>
              <a:path w="5597605" h="879954">
                <a:moveTo>
                  <a:pt x="113681" y="0"/>
                </a:moveTo>
                <a:lnTo>
                  <a:pt x="5483923" y="0"/>
                </a:lnTo>
                <a:cubicBezTo>
                  <a:pt x="5546708" y="0"/>
                  <a:pt x="5597605" y="50897"/>
                  <a:pt x="5597605" y="113681"/>
                </a:cubicBezTo>
                <a:lnTo>
                  <a:pt x="5597605" y="766273"/>
                </a:lnTo>
                <a:cubicBezTo>
                  <a:pt x="5597605" y="829058"/>
                  <a:pt x="5546708" y="879954"/>
                  <a:pt x="5483923" y="879954"/>
                </a:cubicBezTo>
                <a:lnTo>
                  <a:pt x="113681" y="879954"/>
                </a:lnTo>
                <a:cubicBezTo>
                  <a:pt x="50939" y="879954"/>
                  <a:pt x="0" y="829016"/>
                  <a:pt x="0" y="766273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020" y="6274941"/>
            <a:ext cx="213147" cy="284196"/>
          </a:xfrm>
          <a:custGeom>
            <a:avLst/>
            <a:gdLst/>
            <a:ahLst/>
            <a:cxnLst/>
            <a:rect l="l" t="t" r="r" b="b"/>
            <a:pathLst>
              <a:path w="213147" h="284196">
                <a:moveTo>
                  <a:pt x="162580" y="213147"/>
                </a:moveTo>
                <a:cubicBezTo>
                  <a:pt x="166632" y="200769"/>
                  <a:pt x="174736" y="189556"/>
                  <a:pt x="183895" y="179898"/>
                </a:cubicBezTo>
                <a:cubicBezTo>
                  <a:pt x="202045" y="160804"/>
                  <a:pt x="213147" y="134993"/>
                  <a:pt x="213147" y="106573"/>
                </a:cubicBezTo>
                <a:cubicBezTo>
                  <a:pt x="213147" y="47736"/>
                  <a:pt x="165411" y="0"/>
                  <a:pt x="106573" y="0"/>
                </a:cubicBezTo>
                <a:cubicBezTo>
                  <a:pt x="47736" y="0"/>
                  <a:pt x="0" y="47736"/>
                  <a:pt x="0" y="106573"/>
                </a:cubicBezTo>
                <a:cubicBezTo>
                  <a:pt x="0" y="134993"/>
                  <a:pt x="11101" y="160804"/>
                  <a:pt x="29252" y="179898"/>
                </a:cubicBezTo>
                <a:cubicBezTo>
                  <a:pt x="38411" y="189556"/>
                  <a:pt x="46570" y="200769"/>
                  <a:pt x="50567" y="213147"/>
                </a:cubicBezTo>
                <a:lnTo>
                  <a:pt x="162524" y="213147"/>
                </a:lnTo>
                <a:close/>
                <a:moveTo>
                  <a:pt x="159860" y="239790"/>
                </a:moveTo>
                <a:lnTo>
                  <a:pt x="53287" y="239790"/>
                </a:lnTo>
                <a:lnTo>
                  <a:pt x="53287" y="248671"/>
                </a:lnTo>
                <a:cubicBezTo>
                  <a:pt x="53287" y="273205"/>
                  <a:pt x="73158" y="293077"/>
                  <a:pt x="97692" y="293077"/>
                </a:cubicBezTo>
                <a:lnTo>
                  <a:pt x="115455" y="293077"/>
                </a:lnTo>
                <a:cubicBezTo>
                  <a:pt x="139989" y="293077"/>
                  <a:pt x="159860" y="273205"/>
                  <a:pt x="159860" y="248671"/>
                </a:cubicBezTo>
                <a:lnTo>
                  <a:pt x="159860" y="239790"/>
                </a:lnTo>
                <a:close/>
                <a:moveTo>
                  <a:pt x="102133" y="62168"/>
                </a:moveTo>
                <a:cubicBezTo>
                  <a:pt x="80041" y="62168"/>
                  <a:pt x="62168" y="80041"/>
                  <a:pt x="62168" y="102133"/>
                </a:cubicBezTo>
                <a:cubicBezTo>
                  <a:pt x="62168" y="109515"/>
                  <a:pt x="56229" y="115455"/>
                  <a:pt x="48846" y="115455"/>
                </a:cubicBezTo>
                <a:cubicBezTo>
                  <a:pt x="41464" y="115455"/>
                  <a:pt x="35524" y="109515"/>
                  <a:pt x="35524" y="102133"/>
                </a:cubicBezTo>
                <a:cubicBezTo>
                  <a:pt x="35524" y="65332"/>
                  <a:pt x="65332" y="35524"/>
                  <a:pt x="102133" y="35524"/>
                </a:cubicBezTo>
                <a:cubicBezTo>
                  <a:pt x="109515" y="35524"/>
                  <a:pt x="115455" y="41464"/>
                  <a:pt x="115455" y="48846"/>
                </a:cubicBezTo>
                <a:cubicBezTo>
                  <a:pt x="115455" y="56229"/>
                  <a:pt x="109515" y="62168"/>
                  <a:pt x="102133" y="62168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1056130" y="6170736"/>
            <a:ext cx="4802909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Resultado: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Todos los objetivos tienen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 asociados y responsables definidos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4415" y="2201991"/>
            <a:ext cx="5597605" cy="3826118"/>
          </a:xfrm>
          <a:custGeom>
            <a:avLst/>
            <a:gdLst/>
            <a:ahLst/>
            <a:cxnLst/>
            <a:rect l="l" t="t" r="r" b="b"/>
            <a:pathLst>
              <a:path w="5597605" h="3826118">
                <a:moveTo>
                  <a:pt x="113674" y="0"/>
                </a:moveTo>
                <a:lnTo>
                  <a:pt x="5483931" y="0"/>
                </a:lnTo>
                <a:cubicBezTo>
                  <a:pt x="5546711" y="0"/>
                  <a:pt x="5597605" y="50894"/>
                  <a:pt x="5597605" y="113674"/>
                </a:cubicBezTo>
                <a:lnTo>
                  <a:pt x="5597605" y="3712444"/>
                </a:lnTo>
                <a:cubicBezTo>
                  <a:pt x="5597605" y="3775224"/>
                  <a:pt x="5546711" y="3826118"/>
                  <a:pt x="5483931" y="3826118"/>
                </a:cubicBezTo>
                <a:lnTo>
                  <a:pt x="113674" y="3826118"/>
                </a:lnTo>
                <a:cubicBezTo>
                  <a:pt x="50936" y="3826118"/>
                  <a:pt x="0" y="3775182"/>
                  <a:pt x="0" y="3712444"/>
                </a:cubicBezTo>
                <a:lnTo>
                  <a:pt x="0" y="113674"/>
                </a:lnTo>
                <a:cubicBezTo>
                  <a:pt x="0" y="50936"/>
                  <a:pt x="50936" y="0"/>
                  <a:pt x="11367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5982" y="2433561"/>
            <a:ext cx="606284" cy="606284"/>
          </a:xfrm>
          <a:custGeom>
            <a:avLst/>
            <a:gdLst/>
            <a:ahLst/>
            <a:cxnLst/>
            <a:rect l="l" t="t" r="r" b="b"/>
            <a:pathLst>
              <a:path w="606284" h="606284">
                <a:moveTo>
                  <a:pt x="303142" y="0"/>
                </a:moveTo>
                <a:lnTo>
                  <a:pt x="303142" y="0"/>
                </a:lnTo>
                <a:cubicBezTo>
                  <a:pt x="470563" y="0"/>
                  <a:pt x="606284" y="135721"/>
                  <a:pt x="606284" y="303142"/>
                </a:cubicBezTo>
                <a:lnTo>
                  <a:pt x="606284" y="303142"/>
                </a:lnTo>
                <a:cubicBezTo>
                  <a:pt x="606284" y="470563"/>
                  <a:pt x="470563" y="606284"/>
                  <a:pt x="303142" y="606284"/>
                </a:cubicBezTo>
                <a:lnTo>
                  <a:pt x="303142" y="606284"/>
                </a:lnTo>
                <a:cubicBezTo>
                  <a:pt x="135721" y="606284"/>
                  <a:pt x="0" y="470563"/>
                  <a:pt x="0" y="303142"/>
                </a:cubicBezTo>
                <a:lnTo>
                  <a:pt x="0" y="303142"/>
                </a:lnTo>
                <a:cubicBezTo>
                  <a:pt x="0" y="135721"/>
                  <a:pt x="135721" y="0"/>
                  <a:pt x="303142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5" name="Shape 23"/>
          <p:cNvSpPr/>
          <p:nvPr/>
        </p:nvSpPr>
        <p:spPr>
          <a:xfrm>
            <a:off x="6635446" y="2623025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03243" y="2309"/>
                </a:moveTo>
                <a:cubicBezTo>
                  <a:pt x="109859" y="-755"/>
                  <a:pt x="117497" y="-755"/>
                  <a:pt x="124114" y="2309"/>
                </a:cubicBezTo>
                <a:lnTo>
                  <a:pt x="221184" y="47159"/>
                </a:lnTo>
                <a:cubicBezTo>
                  <a:pt x="224959" y="48891"/>
                  <a:pt x="227357" y="52665"/>
                  <a:pt x="227357" y="56839"/>
                </a:cubicBezTo>
                <a:cubicBezTo>
                  <a:pt x="227357" y="61013"/>
                  <a:pt x="224959" y="64788"/>
                  <a:pt x="221184" y="66520"/>
                </a:cubicBezTo>
                <a:lnTo>
                  <a:pt x="124114" y="111369"/>
                </a:lnTo>
                <a:cubicBezTo>
                  <a:pt x="117497" y="114433"/>
                  <a:pt x="109859" y="114433"/>
                  <a:pt x="103243" y="111369"/>
                </a:cubicBezTo>
                <a:lnTo>
                  <a:pt x="6172" y="66520"/>
                </a:lnTo>
                <a:cubicBezTo>
                  <a:pt x="2398" y="64743"/>
                  <a:pt x="0" y="60969"/>
                  <a:pt x="0" y="56839"/>
                </a:cubicBezTo>
                <a:cubicBezTo>
                  <a:pt x="0" y="52709"/>
                  <a:pt x="2398" y="48891"/>
                  <a:pt x="6172" y="47159"/>
                </a:cubicBezTo>
                <a:lnTo>
                  <a:pt x="103243" y="2309"/>
                </a:lnTo>
                <a:close/>
                <a:moveTo>
                  <a:pt x="21359" y="96982"/>
                </a:moveTo>
                <a:lnTo>
                  <a:pt x="94317" y="130686"/>
                </a:lnTo>
                <a:cubicBezTo>
                  <a:pt x="106618" y="136370"/>
                  <a:pt x="120783" y="136370"/>
                  <a:pt x="133084" y="130686"/>
                </a:cubicBezTo>
                <a:lnTo>
                  <a:pt x="206042" y="96982"/>
                </a:lnTo>
                <a:lnTo>
                  <a:pt x="221184" y="103998"/>
                </a:lnTo>
                <a:cubicBezTo>
                  <a:pt x="224959" y="105730"/>
                  <a:pt x="227357" y="109504"/>
                  <a:pt x="227357" y="113678"/>
                </a:cubicBezTo>
                <a:cubicBezTo>
                  <a:pt x="227357" y="117852"/>
                  <a:pt x="224959" y="121627"/>
                  <a:pt x="221184" y="123359"/>
                </a:cubicBezTo>
                <a:lnTo>
                  <a:pt x="124114" y="168208"/>
                </a:lnTo>
                <a:cubicBezTo>
                  <a:pt x="117497" y="171272"/>
                  <a:pt x="109859" y="171272"/>
                  <a:pt x="103243" y="168208"/>
                </a:cubicBezTo>
                <a:lnTo>
                  <a:pt x="6172" y="123359"/>
                </a:lnTo>
                <a:cubicBezTo>
                  <a:pt x="2398" y="121583"/>
                  <a:pt x="0" y="117808"/>
                  <a:pt x="0" y="113678"/>
                </a:cubicBezTo>
                <a:cubicBezTo>
                  <a:pt x="0" y="109549"/>
                  <a:pt x="2398" y="105730"/>
                  <a:pt x="6172" y="103998"/>
                </a:cubicBezTo>
                <a:lnTo>
                  <a:pt x="21315" y="96982"/>
                </a:lnTo>
                <a:close/>
                <a:moveTo>
                  <a:pt x="6172" y="160837"/>
                </a:moveTo>
                <a:lnTo>
                  <a:pt x="21315" y="153821"/>
                </a:lnTo>
                <a:lnTo>
                  <a:pt x="94273" y="187525"/>
                </a:lnTo>
                <a:cubicBezTo>
                  <a:pt x="106573" y="193209"/>
                  <a:pt x="120739" y="193209"/>
                  <a:pt x="133039" y="187525"/>
                </a:cubicBezTo>
                <a:lnTo>
                  <a:pt x="205998" y="153821"/>
                </a:lnTo>
                <a:lnTo>
                  <a:pt x="221140" y="160837"/>
                </a:lnTo>
                <a:cubicBezTo>
                  <a:pt x="224914" y="162569"/>
                  <a:pt x="227312" y="166343"/>
                  <a:pt x="227312" y="170517"/>
                </a:cubicBezTo>
                <a:cubicBezTo>
                  <a:pt x="227312" y="174692"/>
                  <a:pt x="224914" y="178466"/>
                  <a:pt x="221140" y="180198"/>
                </a:cubicBezTo>
                <a:lnTo>
                  <a:pt x="124069" y="225048"/>
                </a:lnTo>
                <a:cubicBezTo>
                  <a:pt x="117453" y="228112"/>
                  <a:pt x="109815" y="228112"/>
                  <a:pt x="103199" y="225048"/>
                </a:cubicBezTo>
                <a:lnTo>
                  <a:pt x="6172" y="180198"/>
                </a:lnTo>
                <a:cubicBezTo>
                  <a:pt x="2398" y="178422"/>
                  <a:pt x="0" y="174647"/>
                  <a:pt x="0" y="170517"/>
                </a:cubicBezTo>
                <a:cubicBezTo>
                  <a:pt x="0" y="166388"/>
                  <a:pt x="2398" y="162569"/>
                  <a:pt x="6172" y="160837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6" name="Text 24"/>
          <p:cNvSpPr/>
          <p:nvPr/>
        </p:nvSpPr>
        <p:spPr>
          <a:xfrm>
            <a:off x="7203837" y="2433561"/>
            <a:ext cx="2974583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8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Segmentación de Marcas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3837" y="2850381"/>
            <a:ext cx="291774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 de Mercado Distintos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5982" y="3267202"/>
            <a:ext cx="5219730" cy="274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tipo de sala es una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unidad de negocio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5982" y="3733757"/>
            <a:ext cx="1638862" cy="1023105"/>
          </a:xfrm>
          <a:custGeom>
            <a:avLst/>
            <a:gdLst/>
            <a:ahLst/>
            <a:cxnLst/>
            <a:rect l="l" t="t" r="r" b="b"/>
            <a:pathLst>
              <a:path w="1638862" h="1023105">
                <a:moveTo>
                  <a:pt x="75781" y="0"/>
                </a:moveTo>
                <a:lnTo>
                  <a:pt x="1563081" y="0"/>
                </a:lnTo>
                <a:cubicBezTo>
                  <a:pt x="1604934" y="0"/>
                  <a:pt x="1638862" y="33928"/>
                  <a:pt x="1638862" y="75781"/>
                </a:cubicBezTo>
                <a:lnTo>
                  <a:pt x="1638862" y="947324"/>
                </a:lnTo>
                <a:cubicBezTo>
                  <a:pt x="1638862" y="989176"/>
                  <a:pt x="1604934" y="1023105"/>
                  <a:pt x="1563081" y="1023105"/>
                </a:cubicBezTo>
                <a:lnTo>
                  <a:pt x="75781" y="1023105"/>
                </a:lnTo>
                <a:cubicBezTo>
                  <a:pt x="33928" y="1023105"/>
                  <a:pt x="0" y="989176"/>
                  <a:pt x="0" y="947324"/>
                </a:cubicBezTo>
                <a:lnTo>
                  <a:pt x="0" y="75781"/>
                </a:lnTo>
                <a:cubicBezTo>
                  <a:pt x="0" y="33928"/>
                  <a:pt x="33928" y="0"/>
                  <a:pt x="7578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121342" y="3885328"/>
            <a:ext cx="284196" cy="227357"/>
          </a:xfrm>
          <a:custGeom>
            <a:avLst/>
            <a:gdLst/>
            <a:ahLst/>
            <a:cxnLst/>
            <a:rect l="l" t="t" r="r" b="b"/>
            <a:pathLst>
              <a:path w="284196" h="227357">
                <a:moveTo>
                  <a:pt x="142098" y="7105"/>
                </a:moveTo>
                <a:cubicBezTo>
                  <a:pt x="167586" y="7105"/>
                  <a:pt x="188280" y="27798"/>
                  <a:pt x="188280" y="53287"/>
                </a:cubicBezTo>
                <a:cubicBezTo>
                  <a:pt x="188280" y="78775"/>
                  <a:pt x="167586" y="99469"/>
                  <a:pt x="142098" y="99469"/>
                </a:cubicBezTo>
                <a:cubicBezTo>
                  <a:pt x="116609" y="99469"/>
                  <a:pt x="95916" y="78775"/>
                  <a:pt x="95916" y="53287"/>
                </a:cubicBezTo>
                <a:cubicBezTo>
                  <a:pt x="95916" y="27798"/>
                  <a:pt x="116609" y="7105"/>
                  <a:pt x="142098" y="7105"/>
                </a:cubicBezTo>
                <a:close/>
                <a:moveTo>
                  <a:pt x="42629" y="39077"/>
                </a:moveTo>
                <a:cubicBezTo>
                  <a:pt x="60275" y="39077"/>
                  <a:pt x="74601" y="53403"/>
                  <a:pt x="74601" y="71049"/>
                </a:cubicBezTo>
                <a:cubicBezTo>
                  <a:pt x="74601" y="88695"/>
                  <a:pt x="60275" y="103021"/>
                  <a:pt x="42629" y="103021"/>
                </a:cubicBezTo>
                <a:cubicBezTo>
                  <a:pt x="24984" y="103021"/>
                  <a:pt x="10657" y="88695"/>
                  <a:pt x="10657" y="71049"/>
                </a:cubicBezTo>
                <a:cubicBezTo>
                  <a:pt x="10657" y="53403"/>
                  <a:pt x="24984" y="39077"/>
                  <a:pt x="42629" y="39077"/>
                </a:cubicBezTo>
                <a:close/>
                <a:moveTo>
                  <a:pt x="0" y="184727"/>
                </a:moveTo>
                <a:cubicBezTo>
                  <a:pt x="0" y="153333"/>
                  <a:pt x="25444" y="127888"/>
                  <a:pt x="56839" y="127888"/>
                </a:cubicBezTo>
                <a:cubicBezTo>
                  <a:pt x="62523" y="127888"/>
                  <a:pt x="68029" y="128732"/>
                  <a:pt x="73225" y="130286"/>
                </a:cubicBezTo>
                <a:cubicBezTo>
                  <a:pt x="58615" y="146627"/>
                  <a:pt x="49734" y="168208"/>
                  <a:pt x="49734" y="191832"/>
                </a:cubicBezTo>
                <a:lnTo>
                  <a:pt x="49734" y="198937"/>
                </a:lnTo>
                <a:cubicBezTo>
                  <a:pt x="49734" y="203999"/>
                  <a:pt x="50800" y="208795"/>
                  <a:pt x="52709" y="213147"/>
                </a:cubicBezTo>
                <a:lnTo>
                  <a:pt x="14210" y="213147"/>
                </a:lnTo>
                <a:cubicBezTo>
                  <a:pt x="6350" y="213147"/>
                  <a:pt x="0" y="206797"/>
                  <a:pt x="0" y="198937"/>
                </a:cubicBezTo>
                <a:lnTo>
                  <a:pt x="0" y="184727"/>
                </a:lnTo>
                <a:close/>
                <a:moveTo>
                  <a:pt x="231486" y="213147"/>
                </a:moveTo>
                <a:cubicBezTo>
                  <a:pt x="233396" y="208795"/>
                  <a:pt x="234462" y="203999"/>
                  <a:pt x="234462" y="198937"/>
                </a:cubicBezTo>
                <a:lnTo>
                  <a:pt x="234462" y="191832"/>
                </a:lnTo>
                <a:cubicBezTo>
                  <a:pt x="234462" y="168208"/>
                  <a:pt x="225580" y="146627"/>
                  <a:pt x="210971" y="130286"/>
                </a:cubicBezTo>
                <a:cubicBezTo>
                  <a:pt x="216166" y="128732"/>
                  <a:pt x="221673" y="127888"/>
                  <a:pt x="227357" y="127888"/>
                </a:cubicBezTo>
                <a:cubicBezTo>
                  <a:pt x="258751" y="127888"/>
                  <a:pt x="284196" y="153333"/>
                  <a:pt x="284196" y="184727"/>
                </a:cubicBezTo>
                <a:lnTo>
                  <a:pt x="284196" y="198937"/>
                </a:lnTo>
                <a:cubicBezTo>
                  <a:pt x="284196" y="206797"/>
                  <a:pt x="277846" y="213147"/>
                  <a:pt x="269986" y="213147"/>
                </a:cubicBezTo>
                <a:lnTo>
                  <a:pt x="231486" y="213147"/>
                </a:lnTo>
                <a:close/>
                <a:moveTo>
                  <a:pt x="209594" y="71049"/>
                </a:moveTo>
                <a:cubicBezTo>
                  <a:pt x="209594" y="53403"/>
                  <a:pt x="223921" y="39077"/>
                  <a:pt x="241566" y="39077"/>
                </a:cubicBezTo>
                <a:cubicBezTo>
                  <a:pt x="259212" y="39077"/>
                  <a:pt x="273538" y="53403"/>
                  <a:pt x="273538" y="71049"/>
                </a:cubicBezTo>
                <a:cubicBezTo>
                  <a:pt x="273538" y="88695"/>
                  <a:pt x="259212" y="103021"/>
                  <a:pt x="241566" y="103021"/>
                </a:cubicBezTo>
                <a:cubicBezTo>
                  <a:pt x="223921" y="103021"/>
                  <a:pt x="209594" y="88695"/>
                  <a:pt x="209594" y="71049"/>
                </a:cubicBezTo>
                <a:close/>
                <a:moveTo>
                  <a:pt x="71049" y="191832"/>
                </a:moveTo>
                <a:cubicBezTo>
                  <a:pt x="71049" y="152578"/>
                  <a:pt x="102843" y="120783"/>
                  <a:pt x="142098" y="120783"/>
                </a:cubicBezTo>
                <a:cubicBezTo>
                  <a:pt x="181352" y="120783"/>
                  <a:pt x="213147" y="152578"/>
                  <a:pt x="213147" y="191832"/>
                </a:cubicBezTo>
                <a:lnTo>
                  <a:pt x="213147" y="198937"/>
                </a:lnTo>
                <a:cubicBezTo>
                  <a:pt x="213147" y="206797"/>
                  <a:pt x="206797" y="213147"/>
                  <a:pt x="198937" y="213147"/>
                </a:cubicBezTo>
                <a:lnTo>
                  <a:pt x="85259" y="213147"/>
                </a:lnTo>
                <a:cubicBezTo>
                  <a:pt x="77399" y="213147"/>
                  <a:pt x="71049" y="206797"/>
                  <a:pt x="71049" y="198937"/>
                </a:cubicBezTo>
                <a:lnTo>
                  <a:pt x="71049" y="191832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6559660" y="4188470"/>
            <a:ext cx="14115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64397" y="4415826"/>
            <a:ext cx="140203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 específico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94575" y="3733757"/>
            <a:ext cx="1638862" cy="1023105"/>
          </a:xfrm>
          <a:custGeom>
            <a:avLst/>
            <a:gdLst/>
            <a:ahLst/>
            <a:cxnLst/>
            <a:rect l="l" t="t" r="r" b="b"/>
            <a:pathLst>
              <a:path w="1638862" h="1023105">
                <a:moveTo>
                  <a:pt x="75781" y="0"/>
                </a:moveTo>
                <a:lnTo>
                  <a:pt x="1563081" y="0"/>
                </a:lnTo>
                <a:cubicBezTo>
                  <a:pt x="1604934" y="0"/>
                  <a:pt x="1638862" y="33928"/>
                  <a:pt x="1638862" y="75781"/>
                </a:cubicBezTo>
                <a:lnTo>
                  <a:pt x="1638862" y="947324"/>
                </a:lnTo>
                <a:cubicBezTo>
                  <a:pt x="1638862" y="989176"/>
                  <a:pt x="1604934" y="1023105"/>
                  <a:pt x="1563081" y="1023105"/>
                </a:cubicBezTo>
                <a:lnTo>
                  <a:pt x="75781" y="1023105"/>
                </a:lnTo>
                <a:cubicBezTo>
                  <a:pt x="33928" y="1023105"/>
                  <a:pt x="0" y="989176"/>
                  <a:pt x="0" y="947324"/>
                </a:cubicBezTo>
                <a:lnTo>
                  <a:pt x="0" y="75781"/>
                </a:lnTo>
                <a:cubicBezTo>
                  <a:pt x="0" y="33928"/>
                  <a:pt x="33928" y="0"/>
                  <a:pt x="7578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940984" y="3885328"/>
            <a:ext cx="142098" cy="227357"/>
          </a:xfrm>
          <a:custGeom>
            <a:avLst/>
            <a:gdLst/>
            <a:ahLst/>
            <a:cxnLst/>
            <a:rect l="l" t="t" r="r" b="b"/>
            <a:pathLst>
              <a:path w="142098" h="227357">
                <a:moveTo>
                  <a:pt x="60392" y="10657"/>
                </a:moveTo>
                <a:cubicBezTo>
                  <a:pt x="60392" y="4751"/>
                  <a:pt x="65143" y="0"/>
                  <a:pt x="71049" y="0"/>
                </a:cubicBezTo>
                <a:cubicBezTo>
                  <a:pt x="76955" y="0"/>
                  <a:pt x="81706" y="4751"/>
                  <a:pt x="81706" y="10657"/>
                </a:cubicBezTo>
                <a:lnTo>
                  <a:pt x="81706" y="28420"/>
                </a:lnTo>
                <a:lnTo>
                  <a:pt x="106573" y="28420"/>
                </a:lnTo>
                <a:cubicBezTo>
                  <a:pt x="114433" y="28420"/>
                  <a:pt x="120783" y="34770"/>
                  <a:pt x="120783" y="42629"/>
                </a:cubicBezTo>
                <a:cubicBezTo>
                  <a:pt x="120783" y="50489"/>
                  <a:pt x="114433" y="56839"/>
                  <a:pt x="106573" y="56839"/>
                </a:cubicBezTo>
                <a:lnTo>
                  <a:pt x="55551" y="56839"/>
                </a:lnTo>
                <a:cubicBezTo>
                  <a:pt x="44494" y="56839"/>
                  <a:pt x="35524" y="65809"/>
                  <a:pt x="35524" y="76866"/>
                </a:cubicBezTo>
                <a:cubicBezTo>
                  <a:pt x="35524" y="86857"/>
                  <a:pt x="42851" y="95294"/>
                  <a:pt x="52709" y="96715"/>
                </a:cubicBezTo>
                <a:lnTo>
                  <a:pt x="93385" y="102533"/>
                </a:lnTo>
                <a:cubicBezTo>
                  <a:pt x="117275" y="105952"/>
                  <a:pt x="134993" y="126378"/>
                  <a:pt x="134993" y="150491"/>
                </a:cubicBezTo>
                <a:cubicBezTo>
                  <a:pt x="134993" y="177267"/>
                  <a:pt x="113279" y="198937"/>
                  <a:pt x="86547" y="198937"/>
                </a:cubicBezTo>
                <a:lnTo>
                  <a:pt x="81706" y="198937"/>
                </a:lnTo>
                <a:lnTo>
                  <a:pt x="81706" y="216699"/>
                </a:lnTo>
                <a:cubicBezTo>
                  <a:pt x="81706" y="222605"/>
                  <a:pt x="76955" y="227357"/>
                  <a:pt x="71049" y="227357"/>
                </a:cubicBezTo>
                <a:cubicBezTo>
                  <a:pt x="65143" y="227357"/>
                  <a:pt x="60392" y="222605"/>
                  <a:pt x="60392" y="216699"/>
                </a:cubicBezTo>
                <a:lnTo>
                  <a:pt x="60392" y="198937"/>
                </a:lnTo>
                <a:lnTo>
                  <a:pt x="28420" y="198937"/>
                </a:lnTo>
                <a:cubicBezTo>
                  <a:pt x="20560" y="198937"/>
                  <a:pt x="14210" y="192587"/>
                  <a:pt x="14210" y="184727"/>
                </a:cubicBezTo>
                <a:cubicBezTo>
                  <a:pt x="14210" y="176867"/>
                  <a:pt x="20560" y="170517"/>
                  <a:pt x="28420" y="170517"/>
                </a:cubicBezTo>
                <a:lnTo>
                  <a:pt x="86547" y="170517"/>
                </a:lnTo>
                <a:cubicBezTo>
                  <a:pt x="97603" y="170517"/>
                  <a:pt x="106573" y="161548"/>
                  <a:pt x="106573" y="150491"/>
                </a:cubicBezTo>
                <a:cubicBezTo>
                  <a:pt x="106573" y="140499"/>
                  <a:pt x="99247" y="132062"/>
                  <a:pt x="89388" y="130641"/>
                </a:cubicBezTo>
                <a:lnTo>
                  <a:pt x="48713" y="124824"/>
                </a:lnTo>
                <a:cubicBezTo>
                  <a:pt x="24823" y="121449"/>
                  <a:pt x="7105" y="100978"/>
                  <a:pt x="7105" y="76866"/>
                </a:cubicBezTo>
                <a:cubicBezTo>
                  <a:pt x="7105" y="50134"/>
                  <a:pt x="28819" y="28420"/>
                  <a:pt x="55551" y="28420"/>
                </a:cubicBezTo>
                <a:lnTo>
                  <a:pt x="60392" y="28420"/>
                </a:lnTo>
                <a:lnTo>
                  <a:pt x="60392" y="10657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5" name="Text 33"/>
          <p:cNvSpPr/>
          <p:nvPr/>
        </p:nvSpPr>
        <p:spPr>
          <a:xfrm>
            <a:off x="8308254" y="4188470"/>
            <a:ext cx="14115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12990" y="4415826"/>
            <a:ext cx="140203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Estructura propia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43301" y="3733757"/>
            <a:ext cx="1638862" cy="1023105"/>
          </a:xfrm>
          <a:custGeom>
            <a:avLst/>
            <a:gdLst/>
            <a:ahLst/>
            <a:cxnLst/>
            <a:rect l="l" t="t" r="r" b="b"/>
            <a:pathLst>
              <a:path w="1638862" h="1023105">
                <a:moveTo>
                  <a:pt x="75781" y="0"/>
                </a:moveTo>
                <a:lnTo>
                  <a:pt x="1563081" y="0"/>
                </a:lnTo>
                <a:cubicBezTo>
                  <a:pt x="1604934" y="0"/>
                  <a:pt x="1638862" y="33928"/>
                  <a:pt x="1638862" y="75781"/>
                </a:cubicBezTo>
                <a:lnTo>
                  <a:pt x="1638862" y="947324"/>
                </a:lnTo>
                <a:cubicBezTo>
                  <a:pt x="1638862" y="989176"/>
                  <a:pt x="1604934" y="1023105"/>
                  <a:pt x="1563081" y="1023105"/>
                </a:cubicBezTo>
                <a:lnTo>
                  <a:pt x="75781" y="1023105"/>
                </a:lnTo>
                <a:cubicBezTo>
                  <a:pt x="33928" y="1023105"/>
                  <a:pt x="0" y="989176"/>
                  <a:pt x="0" y="947324"/>
                </a:cubicBezTo>
                <a:lnTo>
                  <a:pt x="0" y="75781"/>
                </a:lnTo>
                <a:cubicBezTo>
                  <a:pt x="0" y="33928"/>
                  <a:pt x="33928" y="0"/>
                  <a:pt x="7578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647080" y="3885328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51821" y="15009"/>
                </a:moveTo>
                <a:cubicBezTo>
                  <a:pt x="53820" y="12300"/>
                  <a:pt x="57017" y="10657"/>
                  <a:pt x="60392" y="10657"/>
                </a:cubicBezTo>
                <a:lnTo>
                  <a:pt x="166965" y="10657"/>
                </a:lnTo>
                <a:cubicBezTo>
                  <a:pt x="170340" y="10657"/>
                  <a:pt x="173537" y="12256"/>
                  <a:pt x="175535" y="15009"/>
                </a:cubicBezTo>
                <a:lnTo>
                  <a:pt x="225270" y="82506"/>
                </a:lnTo>
                <a:cubicBezTo>
                  <a:pt x="228289" y="86591"/>
                  <a:pt x="227978" y="92230"/>
                  <a:pt x="224603" y="96005"/>
                </a:cubicBezTo>
                <a:lnTo>
                  <a:pt x="121583" y="209683"/>
                </a:lnTo>
                <a:cubicBezTo>
                  <a:pt x="119584" y="211903"/>
                  <a:pt x="116698" y="213191"/>
                  <a:pt x="113678" y="213191"/>
                </a:cubicBezTo>
                <a:cubicBezTo>
                  <a:pt x="110659" y="213191"/>
                  <a:pt x="107817" y="211903"/>
                  <a:pt x="105774" y="209683"/>
                </a:cubicBezTo>
                <a:lnTo>
                  <a:pt x="2753" y="96005"/>
                </a:lnTo>
                <a:cubicBezTo>
                  <a:pt x="-666" y="92230"/>
                  <a:pt x="-933" y="86591"/>
                  <a:pt x="2087" y="82506"/>
                </a:cubicBezTo>
                <a:lnTo>
                  <a:pt x="51821" y="15009"/>
                </a:lnTo>
                <a:close/>
                <a:moveTo>
                  <a:pt x="68917" y="32683"/>
                </a:moveTo>
                <a:cubicBezTo>
                  <a:pt x="67452" y="33793"/>
                  <a:pt x="67052" y="35791"/>
                  <a:pt x="67985" y="37345"/>
                </a:cubicBezTo>
                <a:lnTo>
                  <a:pt x="93474" y="79841"/>
                </a:lnTo>
                <a:lnTo>
                  <a:pt x="28109" y="85259"/>
                </a:lnTo>
                <a:cubicBezTo>
                  <a:pt x="26288" y="85392"/>
                  <a:pt x="24867" y="86946"/>
                  <a:pt x="24867" y="88811"/>
                </a:cubicBezTo>
                <a:cubicBezTo>
                  <a:pt x="24867" y="90676"/>
                  <a:pt x="26288" y="92186"/>
                  <a:pt x="28109" y="92364"/>
                </a:cubicBezTo>
                <a:lnTo>
                  <a:pt x="113367" y="99469"/>
                </a:lnTo>
                <a:cubicBezTo>
                  <a:pt x="113545" y="99469"/>
                  <a:pt x="113767" y="99469"/>
                  <a:pt x="113945" y="99469"/>
                </a:cubicBezTo>
                <a:lnTo>
                  <a:pt x="199203" y="92364"/>
                </a:lnTo>
                <a:cubicBezTo>
                  <a:pt x="201024" y="92230"/>
                  <a:pt x="202445" y="90676"/>
                  <a:pt x="202445" y="88811"/>
                </a:cubicBezTo>
                <a:cubicBezTo>
                  <a:pt x="202445" y="86946"/>
                  <a:pt x="201024" y="85436"/>
                  <a:pt x="199203" y="85259"/>
                </a:cubicBezTo>
                <a:lnTo>
                  <a:pt x="133838" y="79797"/>
                </a:lnTo>
                <a:lnTo>
                  <a:pt x="159327" y="37345"/>
                </a:lnTo>
                <a:cubicBezTo>
                  <a:pt x="160260" y="35791"/>
                  <a:pt x="159860" y="33748"/>
                  <a:pt x="158395" y="32683"/>
                </a:cubicBezTo>
                <a:cubicBezTo>
                  <a:pt x="156929" y="31617"/>
                  <a:pt x="154887" y="31794"/>
                  <a:pt x="153643" y="33127"/>
                </a:cubicBezTo>
                <a:lnTo>
                  <a:pt x="113678" y="76466"/>
                </a:lnTo>
                <a:lnTo>
                  <a:pt x="73669" y="33127"/>
                </a:lnTo>
                <a:cubicBezTo>
                  <a:pt x="72426" y="31794"/>
                  <a:pt x="70383" y="31617"/>
                  <a:pt x="68917" y="32683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6979" y="4188470"/>
            <a:ext cx="14115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061716" y="4415826"/>
            <a:ext cx="140203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Propuesta única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5982" y="4946325"/>
            <a:ext cx="5134471" cy="795748"/>
          </a:xfrm>
          <a:custGeom>
            <a:avLst/>
            <a:gdLst/>
            <a:ahLst/>
            <a:cxnLst/>
            <a:rect l="l" t="t" r="r" b="b"/>
            <a:pathLst>
              <a:path w="5134471" h="795748">
                <a:moveTo>
                  <a:pt x="75787" y="0"/>
                </a:moveTo>
                <a:lnTo>
                  <a:pt x="5058684" y="0"/>
                </a:lnTo>
                <a:cubicBezTo>
                  <a:pt x="5100540" y="0"/>
                  <a:pt x="5134471" y="33931"/>
                  <a:pt x="5134471" y="75787"/>
                </a:cubicBezTo>
                <a:lnTo>
                  <a:pt x="5134471" y="719961"/>
                </a:lnTo>
                <a:cubicBezTo>
                  <a:pt x="5134471" y="761817"/>
                  <a:pt x="5100540" y="795748"/>
                  <a:pt x="5058684" y="795748"/>
                </a:cubicBezTo>
                <a:lnTo>
                  <a:pt x="75787" y="795748"/>
                </a:lnTo>
                <a:cubicBezTo>
                  <a:pt x="33931" y="795748"/>
                  <a:pt x="0" y="761817"/>
                  <a:pt x="0" y="719961"/>
                </a:cubicBezTo>
                <a:lnTo>
                  <a:pt x="0" y="75787"/>
                </a:lnTo>
                <a:cubicBezTo>
                  <a:pt x="0" y="33959"/>
                  <a:pt x="33959" y="0"/>
                  <a:pt x="7578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97553" y="5097896"/>
            <a:ext cx="4907114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Cinépolis VIP vs. Sala Junior tienen objetivos, métricas y estrategias completamente diferentes.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4415" y="6223362"/>
            <a:ext cx="5597605" cy="633651"/>
          </a:xfrm>
          <a:custGeom>
            <a:avLst/>
            <a:gdLst/>
            <a:ahLst/>
            <a:cxnLst/>
            <a:rect l="l" t="t" r="r" b="b"/>
            <a:pathLst>
              <a:path w="5597605" h="633651">
                <a:moveTo>
                  <a:pt x="113677" y="0"/>
                </a:moveTo>
                <a:lnTo>
                  <a:pt x="5483928" y="0"/>
                </a:lnTo>
                <a:cubicBezTo>
                  <a:pt x="5546710" y="0"/>
                  <a:pt x="5597605" y="50895"/>
                  <a:pt x="5597605" y="113677"/>
                </a:cubicBezTo>
                <a:lnTo>
                  <a:pt x="5597605" y="519974"/>
                </a:lnTo>
                <a:cubicBezTo>
                  <a:pt x="5597605" y="582756"/>
                  <a:pt x="5546710" y="633651"/>
                  <a:pt x="5483928" y="633651"/>
                </a:cubicBezTo>
                <a:lnTo>
                  <a:pt x="113677" y="633651"/>
                </a:lnTo>
                <a:cubicBezTo>
                  <a:pt x="50937" y="633651"/>
                  <a:pt x="0" y="582714"/>
                  <a:pt x="0" y="519974"/>
                </a:cubicBezTo>
                <a:lnTo>
                  <a:pt x="0" y="113677"/>
                </a:lnTo>
                <a:cubicBezTo>
                  <a:pt x="0" y="50895"/>
                  <a:pt x="50895" y="0"/>
                  <a:pt x="11367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27036" y="6450717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75786" y="151571"/>
                </a:moveTo>
                <a:cubicBezTo>
                  <a:pt x="117613" y="151571"/>
                  <a:pt x="151571" y="117613"/>
                  <a:pt x="151571" y="75786"/>
                </a:cubicBezTo>
                <a:cubicBezTo>
                  <a:pt x="151571" y="33958"/>
                  <a:pt x="117613" y="0"/>
                  <a:pt x="75786" y="0"/>
                </a:cubicBezTo>
                <a:cubicBezTo>
                  <a:pt x="33958" y="0"/>
                  <a:pt x="0" y="33958"/>
                  <a:pt x="0" y="75786"/>
                </a:cubicBezTo>
                <a:cubicBezTo>
                  <a:pt x="0" y="117613"/>
                  <a:pt x="33958" y="151571"/>
                  <a:pt x="75786" y="151571"/>
                </a:cubicBezTo>
                <a:close/>
                <a:moveTo>
                  <a:pt x="66312" y="47366"/>
                </a:moveTo>
                <a:cubicBezTo>
                  <a:pt x="66312" y="42138"/>
                  <a:pt x="70557" y="37893"/>
                  <a:pt x="75786" y="37893"/>
                </a:cubicBezTo>
                <a:cubicBezTo>
                  <a:pt x="81014" y="37893"/>
                  <a:pt x="85259" y="42138"/>
                  <a:pt x="85259" y="47366"/>
                </a:cubicBezTo>
                <a:cubicBezTo>
                  <a:pt x="85259" y="52594"/>
                  <a:pt x="81014" y="56839"/>
                  <a:pt x="75786" y="56839"/>
                </a:cubicBezTo>
                <a:cubicBezTo>
                  <a:pt x="70557" y="56839"/>
                  <a:pt x="66312" y="52594"/>
                  <a:pt x="66312" y="47366"/>
                </a:cubicBezTo>
                <a:close/>
                <a:moveTo>
                  <a:pt x="63944" y="66312"/>
                </a:moveTo>
                <a:lnTo>
                  <a:pt x="78154" y="66312"/>
                </a:lnTo>
                <a:cubicBezTo>
                  <a:pt x="82091" y="66312"/>
                  <a:pt x="85259" y="69480"/>
                  <a:pt x="85259" y="73417"/>
                </a:cubicBezTo>
                <a:lnTo>
                  <a:pt x="85259" y="99469"/>
                </a:lnTo>
                <a:lnTo>
                  <a:pt x="87627" y="99469"/>
                </a:lnTo>
                <a:cubicBezTo>
                  <a:pt x="91564" y="99469"/>
                  <a:pt x="94732" y="102636"/>
                  <a:pt x="94732" y="106573"/>
                </a:cubicBezTo>
                <a:cubicBezTo>
                  <a:pt x="94732" y="110511"/>
                  <a:pt x="91564" y="113678"/>
                  <a:pt x="87627" y="113678"/>
                </a:cubicBezTo>
                <a:lnTo>
                  <a:pt x="63944" y="113678"/>
                </a:lnTo>
                <a:cubicBezTo>
                  <a:pt x="60007" y="113678"/>
                  <a:pt x="56839" y="110511"/>
                  <a:pt x="56839" y="106573"/>
                </a:cubicBezTo>
                <a:cubicBezTo>
                  <a:pt x="56839" y="102636"/>
                  <a:pt x="60007" y="99469"/>
                  <a:pt x="63944" y="99469"/>
                </a:cubicBezTo>
                <a:lnTo>
                  <a:pt x="71049" y="99469"/>
                </a:lnTo>
                <a:lnTo>
                  <a:pt x="71049" y="80522"/>
                </a:lnTo>
                <a:lnTo>
                  <a:pt x="63944" y="80522"/>
                </a:lnTo>
                <a:cubicBezTo>
                  <a:pt x="60007" y="80522"/>
                  <a:pt x="56839" y="77355"/>
                  <a:pt x="56839" y="73417"/>
                </a:cubicBezTo>
                <a:cubicBezTo>
                  <a:pt x="56839" y="69480"/>
                  <a:pt x="60007" y="66312"/>
                  <a:pt x="63944" y="66312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5" name="Text 43"/>
          <p:cNvSpPr/>
          <p:nvPr/>
        </p:nvSpPr>
        <p:spPr>
          <a:xfrm>
            <a:off x="6654083" y="6417039"/>
            <a:ext cx="5040048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Claridad: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Cada marca sabe exactamente a quién sirve y qué debe lograr.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1727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spc="118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de Gestión Estratégica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74730"/>
            <a:ext cx="11667210" cy="112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42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¿Cómo Aseguran Objetivos Claros?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42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Parte 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50" y="1949221"/>
            <a:ext cx="899640" cy="37485"/>
          </a:xfrm>
          <a:custGeom>
            <a:avLst/>
            <a:gdLst/>
            <a:ahLst/>
            <a:cxnLst/>
            <a:rect l="l" t="t" r="r" b="b"/>
            <a:pathLst>
              <a:path w="899640" h="37485">
                <a:moveTo>
                  <a:pt x="0" y="0"/>
                </a:moveTo>
                <a:lnTo>
                  <a:pt x="899640" y="0"/>
                </a:lnTo>
                <a:lnTo>
                  <a:pt x="899640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379015" y="2178296"/>
            <a:ext cx="3681861" cy="3831801"/>
          </a:xfrm>
          <a:custGeom>
            <a:avLst/>
            <a:gdLst/>
            <a:ahLst/>
            <a:cxnLst/>
            <a:rect l="l" t="t" r="r" b="b"/>
            <a:pathLst>
              <a:path w="3681861" h="3831801">
                <a:moveTo>
                  <a:pt x="112444" y="0"/>
                </a:moveTo>
                <a:lnTo>
                  <a:pt x="3569417" y="0"/>
                </a:lnTo>
                <a:cubicBezTo>
                  <a:pt x="3631518" y="0"/>
                  <a:pt x="3681861" y="50343"/>
                  <a:pt x="3681861" y="112444"/>
                </a:cubicBezTo>
                <a:lnTo>
                  <a:pt x="3681861" y="3719357"/>
                </a:lnTo>
                <a:cubicBezTo>
                  <a:pt x="3681861" y="3781458"/>
                  <a:pt x="3631518" y="3831801"/>
                  <a:pt x="3569417" y="3831801"/>
                </a:cubicBezTo>
                <a:lnTo>
                  <a:pt x="112444" y="3831801"/>
                </a:lnTo>
                <a:cubicBezTo>
                  <a:pt x="50343" y="3831801"/>
                  <a:pt x="0" y="3781458"/>
                  <a:pt x="0" y="3719357"/>
                </a:cubicBezTo>
                <a:lnTo>
                  <a:pt x="0" y="112444"/>
                </a:lnTo>
                <a:cubicBezTo>
                  <a:pt x="0" y="50343"/>
                  <a:pt x="50343" y="0"/>
                  <a:pt x="11244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90" y="2407373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776773" y="2576056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46856" y="35142"/>
                </a:moveTo>
                <a:lnTo>
                  <a:pt x="46856" y="29285"/>
                </a:lnTo>
                <a:cubicBezTo>
                  <a:pt x="46856" y="13105"/>
                  <a:pt x="78338" y="0"/>
                  <a:pt x="117141" y="0"/>
                </a:cubicBezTo>
                <a:cubicBezTo>
                  <a:pt x="155944" y="0"/>
                  <a:pt x="187425" y="13105"/>
                  <a:pt x="187425" y="29285"/>
                </a:cubicBezTo>
                <a:lnTo>
                  <a:pt x="187425" y="35142"/>
                </a:lnTo>
                <a:cubicBezTo>
                  <a:pt x="187425" y="46344"/>
                  <a:pt x="172307" y="56081"/>
                  <a:pt x="150086" y="61023"/>
                </a:cubicBezTo>
                <a:cubicBezTo>
                  <a:pt x="149208" y="59998"/>
                  <a:pt x="148293" y="59010"/>
                  <a:pt x="147378" y="58094"/>
                </a:cubicBezTo>
                <a:cubicBezTo>
                  <a:pt x="141704" y="52494"/>
                  <a:pt x="134382" y="48247"/>
                  <a:pt x="126732" y="45099"/>
                </a:cubicBezTo>
                <a:cubicBezTo>
                  <a:pt x="111393" y="38693"/>
                  <a:pt x="91406" y="35179"/>
                  <a:pt x="70284" y="35179"/>
                </a:cubicBezTo>
                <a:cubicBezTo>
                  <a:pt x="62268" y="35179"/>
                  <a:pt x="54434" y="35691"/>
                  <a:pt x="46929" y="36680"/>
                </a:cubicBezTo>
                <a:cubicBezTo>
                  <a:pt x="46856" y="36204"/>
                  <a:pt x="46856" y="35691"/>
                  <a:pt x="46856" y="35179"/>
                </a:cubicBezTo>
                <a:close/>
                <a:moveTo>
                  <a:pt x="158140" y="129221"/>
                </a:moveTo>
                <a:lnTo>
                  <a:pt x="158140" y="112309"/>
                </a:lnTo>
                <a:cubicBezTo>
                  <a:pt x="163667" y="110881"/>
                  <a:pt x="168866" y="109197"/>
                  <a:pt x="173588" y="107220"/>
                </a:cubicBezTo>
                <a:cubicBezTo>
                  <a:pt x="178420" y="105207"/>
                  <a:pt x="183142" y="102754"/>
                  <a:pt x="187425" y="99789"/>
                </a:cubicBezTo>
                <a:lnTo>
                  <a:pt x="187425" y="105427"/>
                </a:lnTo>
                <a:cubicBezTo>
                  <a:pt x="187425" y="115237"/>
                  <a:pt x="175894" y="123913"/>
                  <a:pt x="158140" y="129221"/>
                </a:cubicBezTo>
                <a:close/>
                <a:moveTo>
                  <a:pt x="158140" y="94079"/>
                </a:moveTo>
                <a:lnTo>
                  <a:pt x="158140" y="81998"/>
                </a:lnTo>
                <a:cubicBezTo>
                  <a:pt x="158140" y="80351"/>
                  <a:pt x="157993" y="78777"/>
                  <a:pt x="157774" y="77240"/>
                </a:cubicBezTo>
                <a:cubicBezTo>
                  <a:pt x="163448" y="75812"/>
                  <a:pt x="168756" y="74091"/>
                  <a:pt x="173588" y="72042"/>
                </a:cubicBezTo>
                <a:cubicBezTo>
                  <a:pt x="178420" y="69992"/>
                  <a:pt x="183142" y="67576"/>
                  <a:pt x="187425" y="64610"/>
                </a:cubicBezTo>
                <a:lnTo>
                  <a:pt x="187425" y="70248"/>
                </a:lnTo>
                <a:cubicBezTo>
                  <a:pt x="187425" y="80058"/>
                  <a:pt x="175894" y="88734"/>
                  <a:pt x="158140" y="94042"/>
                </a:cubicBezTo>
                <a:close/>
                <a:moveTo>
                  <a:pt x="0" y="87855"/>
                </a:moveTo>
                <a:lnTo>
                  <a:pt x="0" y="81998"/>
                </a:lnTo>
                <a:cubicBezTo>
                  <a:pt x="0" y="65818"/>
                  <a:pt x="31482" y="52713"/>
                  <a:pt x="70284" y="52713"/>
                </a:cubicBezTo>
                <a:cubicBezTo>
                  <a:pt x="109087" y="52713"/>
                  <a:pt x="140569" y="65818"/>
                  <a:pt x="140569" y="81998"/>
                </a:cubicBezTo>
                <a:lnTo>
                  <a:pt x="140569" y="87855"/>
                </a:lnTo>
                <a:cubicBezTo>
                  <a:pt x="140569" y="104036"/>
                  <a:pt x="109087" y="117141"/>
                  <a:pt x="70284" y="117141"/>
                </a:cubicBezTo>
                <a:cubicBezTo>
                  <a:pt x="31482" y="117141"/>
                  <a:pt x="0" y="104036"/>
                  <a:pt x="0" y="87855"/>
                </a:cubicBezTo>
                <a:close/>
                <a:moveTo>
                  <a:pt x="140569" y="122998"/>
                </a:moveTo>
                <a:cubicBezTo>
                  <a:pt x="140569" y="139178"/>
                  <a:pt x="109087" y="152283"/>
                  <a:pt x="70284" y="152283"/>
                </a:cubicBezTo>
                <a:cubicBezTo>
                  <a:pt x="31482" y="152283"/>
                  <a:pt x="0" y="139178"/>
                  <a:pt x="0" y="122998"/>
                </a:cubicBezTo>
                <a:lnTo>
                  <a:pt x="0" y="117360"/>
                </a:lnTo>
                <a:cubicBezTo>
                  <a:pt x="4246" y="120325"/>
                  <a:pt x="8969" y="122741"/>
                  <a:pt x="13837" y="124791"/>
                </a:cubicBezTo>
                <a:cubicBezTo>
                  <a:pt x="29175" y="131198"/>
                  <a:pt x="49162" y="134712"/>
                  <a:pt x="70284" y="134712"/>
                </a:cubicBezTo>
                <a:cubicBezTo>
                  <a:pt x="91406" y="134712"/>
                  <a:pt x="111393" y="131161"/>
                  <a:pt x="126732" y="124791"/>
                </a:cubicBezTo>
                <a:cubicBezTo>
                  <a:pt x="131564" y="122778"/>
                  <a:pt x="136286" y="120325"/>
                  <a:pt x="140569" y="117360"/>
                </a:cubicBezTo>
                <a:lnTo>
                  <a:pt x="140569" y="122998"/>
                </a:lnTo>
                <a:close/>
                <a:moveTo>
                  <a:pt x="140569" y="152502"/>
                </a:moveTo>
                <a:lnTo>
                  <a:pt x="140569" y="158140"/>
                </a:lnTo>
                <a:cubicBezTo>
                  <a:pt x="140569" y="174320"/>
                  <a:pt x="109087" y="187425"/>
                  <a:pt x="70284" y="187425"/>
                </a:cubicBezTo>
                <a:cubicBezTo>
                  <a:pt x="31482" y="187425"/>
                  <a:pt x="0" y="174320"/>
                  <a:pt x="0" y="158140"/>
                </a:cubicBezTo>
                <a:lnTo>
                  <a:pt x="0" y="152502"/>
                </a:lnTo>
                <a:cubicBezTo>
                  <a:pt x="4246" y="155468"/>
                  <a:pt x="8969" y="157884"/>
                  <a:pt x="13837" y="159934"/>
                </a:cubicBezTo>
                <a:cubicBezTo>
                  <a:pt x="29175" y="166340"/>
                  <a:pt x="49162" y="169854"/>
                  <a:pt x="70284" y="169854"/>
                </a:cubicBezTo>
                <a:cubicBezTo>
                  <a:pt x="91406" y="169854"/>
                  <a:pt x="111393" y="166303"/>
                  <a:pt x="126732" y="159934"/>
                </a:cubicBezTo>
                <a:cubicBezTo>
                  <a:pt x="131564" y="157920"/>
                  <a:pt x="136286" y="155468"/>
                  <a:pt x="140569" y="152502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8" name="Text 6"/>
          <p:cNvSpPr/>
          <p:nvPr/>
        </p:nvSpPr>
        <p:spPr>
          <a:xfrm>
            <a:off x="1245335" y="2538571"/>
            <a:ext cx="1780538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Inversión Cuantificada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90" y="3082103"/>
            <a:ext cx="3308052" cy="552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Política de reinvertir un </a:t>
            </a:r>
            <a:pPr>
              <a:lnSpc>
                <a:spcPct val="140000"/>
              </a:lnSpc>
            </a:pPr>
            <a:r>
              <a:rPr lang="en-US" sz="1328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porcentaje definido</a:t>
            </a:r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ganancias.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90" y="3780262"/>
            <a:ext cx="3223711" cy="1424430"/>
          </a:xfrm>
          <a:custGeom>
            <a:avLst/>
            <a:gdLst/>
            <a:ahLst/>
            <a:cxnLst/>
            <a:rect l="l" t="t" r="r" b="b"/>
            <a:pathLst>
              <a:path w="3223711" h="1424430">
                <a:moveTo>
                  <a:pt x="74968" y="0"/>
                </a:moveTo>
                <a:lnTo>
                  <a:pt x="3148743" y="0"/>
                </a:lnTo>
                <a:cubicBezTo>
                  <a:pt x="3190147" y="0"/>
                  <a:pt x="3223711" y="33564"/>
                  <a:pt x="3223711" y="74968"/>
                </a:cubicBezTo>
                <a:lnTo>
                  <a:pt x="3223711" y="1349463"/>
                </a:lnTo>
                <a:cubicBezTo>
                  <a:pt x="3223711" y="1390866"/>
                  <a:pt x="3190147" y="1424430"/>
                  <a:pt x="3148743" y="1424430"/>
                </a:cubicBezTo>
                <a:lnTo>
                  <a:pt x="74968" y="1424430"/>
                </a:lnTo>
                <a:cubicBezTo>
                  <a:pt x="33564" y="1424430"/>
                  <a:pt x="0" y="1390866"/>
                  <a:pt x="0" y="1349463"/>
                </a:cubicBezTo>
                <a:lnTo>
                  <a:pt x="0" y="74968"/>
                </a:lnTo>
                <a:cubicBezTo>
                  <a:pt x="0" y="33592"/>
                  <a:pt x="33592" y="0"/>
                  <a:pt x="749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58030" y="3930202"/>
            <a:ext cx="299880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Convierte crecimiento en: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144" y="4267567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27332" y="20529"/>
                </a:moveTo>
                <a:cubicBezTo>
                  <a:pt x="131520" y="23575"/>
                  <a:pt x="132457" y="29432"/>
                  <a:pt x="129411" y="33619"/>
                </a:cubicBezTo>
                <a:lnTo>
                  <a:pt x="54441" y="136703"/>
                </a:lnTo>
                <a:cubicBezTo>
                  <a:pt x="52830" y="138929"/>
                  <a:pt x="50341" y="140305"/>
                  <a:pt x="47588" y="140540"/>
                </a:cubicBezTo>
                <a:cubicBezTo>
                  <a:pt x="44836" y="140774"/>
                  <a:pt x="42171" y="139749"/>
                  <a:pt x="40238" y="137816"/>
                </a:cubicBezTo>
                <a:lnTo>
                  <a:pt x="2753" y="100331"/>
                </a:lnTo>
                <a:cubicBezTo>
                  <a:pt x="-908" y="96670"/>
                  <a:pt x="-908" y="90725"/>
                  <a:pt x="2753" y="87065"/>
                </a:cubicBezTo>
                <a:cubicBezTo>
                  <a:pt x="6413" y="83404"/>
                  <a:pt x="12358" y="83404"/>
                  <a:pt x="16019" y="87065"/>
                </a:cubicBezTo>
                <a:lnTo>
                  <a:pt x="45743" y="116789"/>
                </a:lnTo>
                <a:lnTo>
                  <a:pt x="114271" y="22579"/>
                </a:lnTo>
                <a:cubicBezTo>
                  <a:pt x="117316" y="18391"/>
                  <a:pt x="123173" y="17454"/>
                  <a:pt x="127361" y="2050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425" y="4230082"/>
            <a:ext cx="1302604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 financiero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6144" y="4567447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27332" y="20529"/>
                </a:moveTo>
                <a:cubicBezTo>
                  <a:pt x="131520" y="23575"/>
                  <a:pt x="132457" y="29432"/>
                  <a:pt x="129411" y="33619"/>
                </a:cubicBezTo>
                <a:lnTo>
                  <a:pt x="54441" y="136703"/>
                </a:lnTo>
                <a:cubicBezTo>
                  <a:pt x="52830" y="138929"/>
                  <a:pt x="50341" y="140305"/>
                  <a:pt x="47588" y="140540"/>
                </a:cubicBezTo>
                <a:cubicBezTo>
                  <a:pt x="44836" y="140774"/>
                  <a:pt x="42171" y="139749"/>
                  <a:pt x="40238" y="137816"/>
                </a:cubicBezTo>
                <a:lnTo>
                  <a:pt x="2753" y="100331"/>
                </a:lnTo>
                <a:cubicBezTo>
                  <a:pt x="-908" y="96670"/>
                  <a:pt x="-908" y="90725"/>
                  <a:pt x="2753" y="87065"/>
                </a:cubicBezTo>
                <a:cubicBezTo>
                  <a:pt x="6413" y="83404"/>
                  <a:pt x="12358" y="83404"/>
                  <a:pt x="16019" y="87065"/>
                </a:cubicBezTo>
                <a:lnTo>
                  <a:pt x="45743" y="116789"/>
                </a:lnTo>
                <a:lnTo>
                  <a:pt x="114271" y="22579"/>
                </a:lnTo>
                <a:cubicBezTo>
                  <a:pt x="117316" y="18391"/>
                  <a:pt x="123173" y="17454"/>
                  <a:pt x="127361" y="2050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5" name="Text 13"/>
          <p:cNvSpPr/>
          <p:nvPr/>
        </p:nvSpPr>
        <p:spPr>
          <a:xfrm>
            <a:off x="1020425" y="4529962"/>
            <a:ext cx="112455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 medible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144" y="4867327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27332" y="20529"/>
                </a:moveTo>
                <a:cubicBezTo>
                  <a:pt x="131520" y="23575"/>
                  <a:pt x="132457" y="29432"/>
                  <a:pt x="129411" y="33619"/>
                </a:cubicBezTo>
                <a:lnTo>
                  <a:pt x="54441" y="136703"/>
                </a:lnTo>
                <a:cubicBezTo>
                  <a:pt x="52830" y="138929"/>
                  <a:pt x="50341" y="140305"/>
                  <a:pt x="47588" y="140540"/>
                </a:cubicBezTo>
                <a:cubicBezTo>
                  <a:pt x="44836" y="140774"/>
                  <a:pt x="42171" y="139749"/>
                  <a:pt x="40238" y="137816"/>
                </a:cubicBezTo>
                <a:lnTo>
                  <a:pt x="2753" y="100331"/>
                </a:lnTo>
                <a:cubicBezTo>
                  <a:pt x="-908" y="96670"/>
                  <a:pt x="-908" y="90725"/>
                  <a:pt x="2753" y="87065"/>
                </a:cubicBezTo>
                <a:cubicBezTo>
                  <a:pt x="6413" y="83404"/>
                  <a:pt x="12358" y="83404"/>
                  <a:pt x="16019" y="87065"/>
                </a:cubicBezTo>
                <a:lnTo>
                  <a:pt x="45743" y="116789"/>
                </a:lnTo>
                <a:lnTo>
                  <a:pt x="114271" y="22579"/>
                </a:lnTo>
                <a:cubicBezTo>
                  <a:pt x="117316" y="18391"/>
                  <a:pt x="123173" y="17454"/>
                  <a:pt x="127361" y="2050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425" y="4829842"/>
            <a:ext cx="119952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Compromiso real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255" y="5358797"/>
            <a:ext cx="3213298" cy="420665"/>
          </a:xfrm>
          <a:custGeom>
            <a:avLst/>
            <a:gdLst/>
            <a:ahLst/>
            <a:cxnLst/>
            <a:rect l="l" t="t" r="r" b="b"/>
            <a:pathLst>
              <a:path w="3213298" h="420665">
                <a:moveTo>
                  <a:pt x="74971" y="0"/>
                </a:moveTo>
                <a:lnTo>
                  <a:pt x="3138328" y="0"/>
                </a:lnTo>
                <a:cubicBezTo>
                  <a:pt x="3179733" y="0"/>
                  <a:pt x="3213298" y="33566"/>
                  <a:pt x="3213298" y="74971"/>
                </a:cubicBezTo>
                <a:lnTo>
                  <a:pt x="3213298" y="345694"/>
                </a:lnTo>
                <a:cubicBezTo>
                  <a:pt x="3213298" y="387099"/>
                  <a:pt x="3179733" y="420665"/>
                  <a:pt x="3138328" y="420665"/>
                </a:cubicBezTo>
                <a:lnTo>
                  <a:pt x="74971" y="420665"/>
                </a:lnTo>
                <a:cubicBezTo>
                  <a:pt x="33593" y="420665"/>
                  <a:pt x="0" y="387072"/>
                  <a:pt x="0" y="345694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4017" y="5492076"/>
            <a:ext cx="98398" cy="131198"/>
          </a:xfrm>
          <a:custGeom>
            <a:avLst/>
            <a:gdLst/>
            <a:ahLst/>
            <a:cxnLst/>
            <a:rect l="l" t="t" r="r" b="b"/>
            <a:pathLst>
              <a:path w="98398" h="131198">
                <a:moveTo>
                  <a:pt x="75054" y="98398"/>
                </a:moveTo>
                <a:cubicBezTo>
                  <a:pt x="76925" y="92684"/>
                  <a:pt x="80666" y="87508"/>
                  <a:pt x="84894" y="83049"/>
                </a:cubicBezTo>
                <a:cubicBezTo>
                  <a:pt x="93273" y="74234"/>
                  <a:pt x="98398" y="62319"/>
                  <a:pt x="98398" y="49199"/>
                </a:cubicBezTo>
                <a:cubicBezTo>
                  <a:pt x="98398" y="22037"/>
                  <a:pt x="76361" y="0"/>
                  <a:pt x="49199" y="0"/>
                </a:cubicBezTo>
                <a:cubicBezTo>
                  <a:pt x="22037" y="0"/>
                  <a:pt x="0" y="22037"/>
                  <a:pt x="0" y="49199"/>
                </a:cubicBezTo>
                <a:cubicBezTo>
                  <a:pt x="0" y="62319"/>
                  <a:pt x="5125" y="74234"/>
                  <a:pt x="13504" y="83049"/>
                </a:cubicBezTo>
                <a:cubicBezTo>
                  <a:pt x="17732" y="87508"/>
                  <a:pt x="21499" y="92684"/>
                  <a:pt x="23344" y="98398"/>
                </a:cubicBezTo>
                <a:lnTo>
                  <a:pt x="75029" y="98398"/>
                </a:lnTo>
                <a:close/>
                <a:moveTo>
                  <a:pt x="73799" y="110698"/>
                </a:moveTo>
                <a:lnTo>
                  <a:pt x="24600" y="110698"/>
                </a:lnTo>
                <a:lnTo>
                  <a:pt x="24600" y="114798"/>
                </a:lnTo>
                <a:cubicBezTo>
                  <a:pt x="24600" y="126124"/>
                  <a:pt x="33773" y="135297"/>
                  <a:pt x="45099" y="135297"/>
                </a:cubicBezTo>
                <a:lnTo>
                  <a:pt x="53299" y="135297"/>
                </a:lnTo>
                <a:cubicBezTo>
                  <a:pt x="64625" y="135297"/>
                  <a:pt x="73799" y="126124"/>
                  <a:pt x="73799" y="114798"/>
                </a:cubicBezTo>
                <a:lnTo>
                  <a:pt x="73799" y="110698"/>
                </a:lnTo>
                <a:close/>
                <a:moveTo>
                  <a:pt x="47149" y="28699"/>
                </a:moveTo>
                <a:cubicBezTo>
                  <a:pt x="36951" y="28699"/>
                  <a:pt x="28699" y="36951"/>
                  <a:pt x="28699" y="47149"/>
                </a:cubicBezTo>
                <a:cubicBezTo>
                  <a:pt x="28699" y="50557"/>
                  <a:pt x="25958" y="53299"/>
                  <a:pt x="22550" y="53299"/>
                </a:cubicBezTo>
                <a:cubicBezTo>
                  <a:pt x="19142" y="53299"/>
                  <a:pt x="16400" y="50557"/>
                  <a:pt x="16400" y="47149"/>
                </a:cubicBezTo>
                <a:cubicBezTo>
                  <a:pt x="16400" y="30160"/>
                  <a:pt x="30160" y="16400"/>
                  <a:pt x="47149" y="16400"/>
                </a:cubicBezTo>
                <a:cubicBezTo>
                  <a:pt x="50557" y="16400"/>
                  <a:pt x="53299" y="19142"/>
                  <a:pt x="53299" y="22550"/>
                </a:cubicBezTo>
                <a:cubicBezTo>
                  <a:pt x="53299" y="25958"/>
                  <a:pt x="50557" y="28699"/>
                  <a:pt x="47149" y="2869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0" name="Text 18"/>
          <p:cNvSpPr/>
          <p:nvPr/>
        </p:nvSpPr>
        <p:spPr>
          <a:xfrm>
            <a:off x="952878" y="5475415"/>
            <a:ext cx="282165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 7M USD en Perú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6631" y="2178296"/>
            <a:ext cx="3681861" cy="3831801"/>
          </a:xfrm>
          <a:custGeom>
            <a:avLst/>
            <a:gdLst/>
            <a:ahLst/>
            <a:cxnLst/>
            <a:rect l="l" t="t" r="r" b="b"/>
            <a:pathLst>
              <a:path w="3681861" h="3831801">
                <a:moveTo>
                  <a:pt x="112444" y="0"/>
                </a:moveTo>
                <a:lnTo>
                  <a:pt x="3569417" y="0"/>
                </a:lnTo>
                <a:cubicBezTo>
                  <a:pt x="3631518" y="0"/>
                  <a:pt x="3681861" y="50343"/>
                  <a:pt x="3681861" y="112444"/>
                </a:cubicBezTo>
                <a:lnTo>
                  <a:pt x="3681861" y="3719357"/>
                </a:lnTo>
                <a:cubicBezTo>
                  <a:pt x="3681861" y="3781458"/>
                  <a:pt x="3631518" y="3831801"/>
                  <a:pt x="3569417" y="3831801"/>
                </a:cubicBezTo>
                <a:lnTo>
                  <a:pt x="112444" y="3831801"/>
                </a:lnTo>
                <a:cubicBezTo>
                  <a:pt x="50343" y="3831801"/>
                  <a:pt x="0" y="3781458"/>
                  <a:pt x="0" y="3719357"/>
                </a:cubicBezTo>
                <a:lnTo>
                  <a:pt x="0" y="112444"/>
                </a:lnTo>
                <a:cubicBezTo>
                  <a:pt x="0" y="50343"/>
                  <a:pt x="50343" y="0"/>
                  <a:pt x="11244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5706" y="2407373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3" name="Shape 21"/>
          <p:cNvSpPr/>
          <p:nvPr/>
        </p:nvSpPr>
        <p:spPr>
          <a:xfrm>
            <a:off x="4654389" y="2576056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20390" y="73103"/>
                </a:moveTo>
                <a:lnTo>
                  <a:pt x="31701" y="84414"/>
                </a:lnTo>
                <a:cubicBezTo>
                  <a:pt x="33898" y="86611"/>
                  <a:pt x="36863" y="87855"/>
                  <a:pt x="39974" y="87855"/>
                </a:cubicBezTo>
                <a:lnTo>
                  <a:pt x="47845" y="87855"/>
                </a:lnTo>
                <a:cubicBezTo>
                  <a:pt x="50956" y="87855"/>
                  <a:pt x="53921" y="89100"/>
                  <a:pt x="56118" y="91297"/>
                </a:cubicBezTo>
                <a:lnTo>
                  <a:pt x="66843" y="102022"/>
                </a:lnTo>
                <a:cubicBezTo>
                  <a:pt x="69040" y="104219"/>
                  <a:pt x="70284" y="107184"/>
                  <a:pt x="70284" y="110295"/>
                </a:cubicBezTo>
                <a:lnTo>
                  <a:pt x="70284" y="124023"/>
                </a:lnTo>
                <a:cubicBezTo>
                  <a:pt x="70284" y="127134"/>
                  <a:pt x="71529" y="130099"/>
                  <a:pt x="73725" y="132296"/>
                </a:cubicBezTo>
                <a:lnTo>
                  <a:pt x="78594" y="137164"/>
                </a:lnTo>
                <a:cubicBezTo>
                  <a:pt x="80790" y="139361"/>
                  <a:pt x="82035" y="142326"/>
                  <a:pt x="82035" y="145437"/>
                </a:cubicBezTo>
                <a:lnTo>
                  <a:pt x="82035" y="152283"/>
                </a:lnTo>
                <a:cubicBezTo>
                  <a:pt x="82035" y="158762"/>
                  <a:pt x="87270" y="163997"/>
                  <a:pt x="93749" y="163997"/>
                </a:cubicBezTo>
                <a:cubicBezTo>
                  <a:pt x="100228" y="163997"/>
                  <a:pt x="105463" y="158762"/>
                  <a:pt x="105463" y="152283"/>
                </a:cubicBezTo>
                <a:lnTo>
                  <a:pt x="105463" y="151294"/>
                </a:lnTo>
                <a:cubicBezTo>
                  <a:pt x="105463" y="148183"/>
                  <a:pt x="106708" y="145218"/>
                  <a:pt x="108904" y="143021"/>
                </a:cubicBezTo>
                <a:lnTo>
                  <a:pt x="125487" y="126439"/>
                </a:lnTo>
                <a:cubicBezTo>
                  <a:pt x="127683" y="124242"/>
                  <a:pt x="128928" y="121277"/>
                  <a:pt x="128928" y="118166"/>
                </a:cubicBezTo>
                <a:lnTo>
                  <a:pt x="128928" y="105463"/>
                </a:lnTo>
                <a:cubicBezTo>
                  <a:pt x="128928" y="98984"/>
                  <a:pt x="123693" y="93749"/>
                  <a:pt x="117214" y="93749"/>
                </a:cubicBezTo>
                <a:lnTo>
                  <a:pt x="86940" y="93749"/>
                </a:lnTo>
                <a:cubicBezTo>
                  <a:pt x="83829" y="93749"/>
                  <a:pt x="80864" y="92505"/>
                  <a:pt x="78667" y="90308"/>
                </a:cubicBezTo>
                <a:lnTo>
                  <a:pt x="72810" y="84451"/>
                </a:lnTo>
                <a:cubicBezTo>
                  <a:pt x="71273" y="82914"/>
                  <a:pt x="70394" y="80790"/>
                  <a:pt x="70394" y="78594"/>
                </a:cubicBezTo>
                <a:cubicBezTo>
                  <a:pt x="70394" y="74018"/>
                  <a:pt x="74091" y="70321"/>
                  <a:pt x="78667" y="70321"/>
                </a:cubicBezTo>
                <a:lnTo>
                  <a:pt x="91370" y="70321"/>
                </a:lnTo>
                <a:cubicBezTo>
                  <a:pt x="95946" y="70321"/>
                  <a:pt x="99643" y="66624"/>
                  <a:pt x="99643" y="62048"/>
                </a:cubicBezTo>
                <a:cubicBezTo>
                  <a:pt x="99643" y="59852"/>
                  <a:pt x="98764" y="57728"/>
                  <a:pt x="97227" y="56191"/>
                </a:cubicBezTo>
                <a:lnTo>
                  <a:pt x="90015" y="48979"/>
                </a:lnTo>
                <a:cubicBezTo>
                  <a:pt x="88588" y="47588"/>
                  <a:pt x="87855" y="45795"/>
                  <a:pt x="87855" y="43928"/>
                </a:cubicBezTo>
                <a:cubicBezTo>
                  <a:pt x="87855" y="42061"/>
                  <a:pt x="88588" y="40267"/>
                  <a:pt x="89942" y="38913"/>
                </a:cubicBezTo>
                <a:lnTo>
                  <a:pt x="96275" y="32580"/>
                </a:lnTo>
                <a:cubicBezTo>
                  <a:pt x="98398" y="30457"/>
                  <a:pt x="99606" y="27565"/>
                  <a:pt x="99606" y="24563"/>
                </a:cubicBezTo>
                <a:cubicBezTo>
                  <a:pt x="99606" y="21927"/>
                  <a:pt x="98728" y="19548"/>
                  <a:pt x="97263" y="17644"/>
                </a:cubicBezTo>
                <a:cubicBezTo>
                  <a:pt x="96092" y="17608"/>
                  <a:pt x="94921" y="17571"/>
                  <a:pt x="93749" y="17571"/>
                </a:cubicBezTo>
                <a:cubicBezTo>
                  <a:pt x="58827" y="17571"/>
                  <a:pt x="29432" y="41072"/>
                  <a:pt x="20426" y="73103"/>
                </a:cubicBezTo>
                <a:close/>
                <a:moveTo>
                  <a:pt x="169854" y="93713"/>
                </a:moveTo>
                <a:cubicBezTo>
                  <a:pt x="169854" y="81047"/>
                  <a:pt x="166779" y="69113"/>
                  <a:pt x="161288" y="58644"/>
                </a:cubicBezTo>
                <a:cubicBezTo>
                  <a:pt x="158945" y="58973"/>
                  <a:pt x="156639" y="60071"/>
                  <a:pt x="154735" y="61975"/>
                </a:cubicBezTo>
                <a:lnTo>
                  <a:pt x="149830" y="66880"/>
                </a:lnTo>
                <a:cubicBezTo>
                  <a:pt x="147634" y="69076"/>
                  <a:pt x="146389" y="72042"/>
                  <a:pt x="146389" y="75153"/>
                </a:cubicBezTo>
                <a:lnTo>
                  <a:pt x="146389" y="87855"/>
                </a:lnTo>
                <a:cubicBezTo>
                  <a:pt x="146389" y="94335"/>
                  <a:pt x="151624" y="99570"/>
                  <a:pt x="158103" y="99570"/>
                </a:cubicBezTo>
                <a:lnTo>
                  <a:pt x="166925" y="99570"/>
                </a:lnTo>
                <a:cubicBezTo>
                  <a:pt x="167841" y="99570"/>
                  <a:pt x="168756" y="99460"/>
                  <a:pt x="169598" y="99277"/>
                </a:cubicBezTo>
                <a:cubicBezTo>
                  <a:pt x="169744" y="97446"/>
                  <a:pt x="169781" y="95579"/>
                  <a:pt x="169781" y="93713"/>
                </a:cubicBezTo>
                <a:close/>
                <a:moveTo>
                  <a:pt x="0" y="93713"/>
                </a:moveTo>
                <a:cubicBezTo>
                  <a:pt x="0" y="41991"/>
                  <a:pt x="41991" y="0"/>
                  <a:pt x="93713" y="0"/>
                </a:cubicBezTo>
                <a:cubicBezTo>
                  <a:pt x="145434" y="0"/>
                  <a:pt x="187425" y="41991"/>
                  <a:pt x="187425" y="93713"/>
                </a:cubicBezTo>
                <a:cubicBezTo>
                  <a:pt x="187425" y="145434"/>
                  <a:pt x="145434" y="187425"/>
                  <a:pt x="93713" y="187425"/>
                </a:cubicBezTo>
                <a:cubicBezTo>
                  <a:pt x="41991" y="187425"/>
                  <a:pt x="0" y="145434"/>
                  <a:pt x="0" y="93713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4" name="Text 22"/>
          <p:cNvSpPr/>
          <p:nvPr/>
        </p:nvSpPr>
        <p:spPr>
          <a:xfrm>
            <a:off x="5122952" y="2538571"/>
            <a:ext cx="136820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Adaptación Local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85706" y="3082103"/>
            <a:ext cx="3308052" cy="552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328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"tropicalización"</a:t>
            </a:r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 un principio explícito de operación.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85706" y="3780262"/>
            <a:ext cx="3223711" cy="1424430"/>
          </a:xfrm>
          <a:custGeom>
            <a:avLst/>
            <a:gdLst/>
            <a:ahLst/>
            <a:cxnLst/>
            <a:rect l="l" t="t" r="r" b="b"/>
            <a:pathLst>
              <a:path w="3223711" h="1424430">
                <a:moveTo>
                  <a:pt x="74968" y="0"/>
                </a:moveTo>
                <a:lnTo>
                  <a:pt x="3148743" y="0"/>
                </a:lnTo>
                <a:cubicBezTo>
                  <a:pt x="3190147" y="0"/>
                  <a:pt x="3223711" y="33564"/>
                  <a:pt x="3223711" y="74968"/>
                </a:cubicBezTo>
                <a:lnTo>
                  <a:pt x="3223711" y="1349463"/>
                </a:lnTo>
                <a:cubicBezTo>
                  <a:pt x="3223711" y="1390866"/>
                  <a:pt x="3190147" y="1424430"/>
                  <a:pt x="3148743" y="1424430"/>
                </a:cubicBezTo>
                <a:lnTo>
                  <a:pt x="74968" y="1424430"/>
                </a:lnTo>
                <a:cubicBezTo>
                  <a:pt x="33564" y="1424430"/>
                  <a:pt x="0" y="1390866"/>
                  <a:pt x="0" y="1349463"/>
                </a:cubicBezTo>
                <a:lnTo>
                  <a:pt x="0" y="74968"/>
                </a:lnTo>
                <a:cubicBezTo>
                  <a:pt x="0" y="33592"/>
                  <a:pt x="33592" y="0"/>
                  <a:pt x="749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35646" y="3930202"/>
            <a:ext cx="299880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Cuando entra a nuevos mercados: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54389" y="426756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9" name="Text 27"/>
          <p:cNvSpPr/>
          <p:nvPr/>
        </p:nvSpPr>
        <p:spPr>
          <a:xfrm>
            <a:off x="4898042" y="4230082"/>
            <a:ext cx="249275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Invierte tiempo en conocer al público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54389" y="456744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1" name="Text 29"/>
          <p:cNvSpPr/>
          <p:nvPr/>
        </p:nvSpPr>
        <p:spPr>
          <a:xfrm>
            <a:off x="4898042" y="4529962"/>
            <a:ext cx="238966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 oferta a preferencias locales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54389" y="486732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8042" y="4829842"/>
            <a:ext cx="243652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objetivos específicos por país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9871" y="5358797"/>
            <a:ext cx="3213298" cy="420665"/>
          </a:xfrm>
          <a:custGeom>
            <a:avLst/>
            <a:gdLst/>
            <a:ahLst/>
            <a:cxnLst/>
            <a:rect l="l" t="t" r="r" b="b"/>
            <a:pathLst>
              <a:path w="3213298" h="420665">
                <a:moveTo>
                  <a:pt x="74971" y="0"/>
                </a:moveTo>
                <a:lnTo>
                  <a:pt x="3138328" y="0"/>
                </a:lnTo>
                <a:cubicBezTo>
                  <a:pt x="3179733" y="0"/>
                  <a:pt x="3213298" y="33566"/>
                  <a:pt x="3213298" y="74971"/>
                </a:cubicBezTo>
                <a:lnTo>
                  <a:pt x="3213298" y="345694"/>
                </a:lnTo>
                <a:cubicBezTo>
                  <a:pt x="3213298" y="387099"/>
                  <a:pt x="3179733" y="420665"/>
                  <a:pt x="3138328" y="420665"/>
                </a:cubicBezTo>
                <a:lnTo>
                  <a:pt x="74971" y="420665"/>
                </a:lnTo>
                <a:cubicBezTo>
                  <a:pt x="33593" y="420665"/>
                  <a:pt x="0" y="387072"/>
                  <a:pt x="0" y="345694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41634" y="5492076"/>
            <a:ext cx="98398" cy="131198"/>
          </a:xfrm>
          <a:custGeom>
            <a:avLst/>
            <a:gdLst/>
            <a:ahLst/>
            <a:cxnLst/>
            <a:rect l="l" t="t" r="r" b="b"/>
            <a:pathLst>
              <a:path w="98398" h="131198">
                <a:moveTo>
                  <a:pt x="75054" y="98398"/>
                </a:moveTo>
                <a:cubicBezTo>
                  <a:pt x="76925" y="92684"/>
                  <a:pt x="80666" y="87508"/>
                  <a:pt x="84894" y="83049"/>
                </a:cubicBezTo>
                <a:cubicBezTo>
                  <a:pt x="93273" y="74234"/>
                  <a:pt x="98398" y="62319"/>
                  <a:pt x="98398" y="49199"/>
                </a:cubicBezTo>
                <a:cubicBezTo>
                  <a:pt x="98398" y="22037"/>
                  <a:pt x="76361" y="0"/>
                  <a:pt x="49199" y="0"/>
                </a:cubicBezTo>
                <a:cubicBezTo>
                  <a:pt x="22037" y="0"/>
                  <a:pt x="0" y="22037"/>
                  <a:pt x="0" y="49199"/>
                </a:cubicBezTo>
                <a:cubicBezTo>
                  <a:pt x="0" y="62319"/>
                  <a:pt x="5125" y="74234"/>
                  <a:pt x="13504" y="83049"/>
                </a:cubicBezTo>
                <a:cubicBezTo>
                  <a:pt x="17732" y="87508"/>
                  <a:pt x="21499" y="92684"/>
                  <a:pt x="23344" y="98398"/>
                </a:cubicBezTo>
                <a:lnTo>
                  <a:pt x="75029" y="98398"/>
                </a:lnTo>
                <a:close/>
                <a:moveTo>
                  <a:pt x="73799" y="110698"/>
                </a:moveTo>
                <a:lnTo>
                  <a:pt x="24600" y="110698"/>
                </a:lnTo>
                <a:lnTo>
                  <a:pt x="24600" y="114798"/>
                </a:lnTo>
                <a:cubicBezTo>
                  <a:pt x="24600" y="126124"/>
                  <a:pt x="33773" y="135297"/>
                  <a:pt x="45099" y="135297"/>
                </a:cubicBezTo>
                <a:lnTo>
                  <a:pt x="53299" y="135297"/>
                </a:lnTo>
                <a:cubicBezTo>
                  <a:pt x="64625" y="135297"/>
                  <a:pt x="73799" y="126124"/>
                  <a:pt x="73799" y="114798"/>
                </a:cubicBezTo>
                <a:lnTo>
                  <a:pt x="73799" y="110698"/>
                </a:lnTo>
                <a:close/>
                <a:moveTo>
                  <a:pt x="47149" y="28699"/>
                </a:moveTo>
                <a:cubicBezTo>
                  <a:pt x="36951" y="28699"/>
                  <a:pt x="28699" y="36951"/>
                  <a:pt x="28699" y="47149"/>
                </a:cubicBezTo>
                <a:cubicBezTo>
                  <a:pt x="28699" y="50557"/>
                  <a:pt x="25958" y="53299"/>
                  <a:pt x="22550" y="53299"/>
                </a:cubicBezTo>
                <a:cubicBezTo>
                  <a:pt x="19142" y="53299"/>
                  <a:pt x="16400" y="50557"/>
                  <a:pt x="16400" y="47149"/>
                </a:cubicBezTo>
                <a:cubicBezTo>
                  <a:pt x="16400" y="30160"/>
                  <a:pt x="30160" y="16400"/>
                  <a:pt x="47149" y="16400"/>
                </a:cubicBezTo>
                <a:cubicBezTo>
                  <a:pt x="50557" y="16400"/>
                  <a:pt x="53299" y="19142"/>
                  <a:pt x="53299" y="22550"/>
                </a:cubicBezTo>
                <a:cubicBezTo>
                  <a:pt x="53299" y="25958"/>
                  <a:pt x="50557" y="28699"/>
                  <a:pt x="47149" y="2869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6" name="Text 34"/>
          <p:cNvSpPr/>
          <p:nvPr/>
        </p:nvSpPr>
        <p:spPr>
          <a:xfrm>
            <a:off x="4830494" y="5475415"/>
            <a:ext cx="282165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Chile: 2-3 salas/año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4247" y="2178296"/>
            <a:ext cx="3681861" cy="3831801"/>
          </a:xfrm>
          <a:custGeom>
            <a:avLst/>
            <a:gdLst/>
            <a:ahLst/>
            <a:cxnLst/>
            <a:rect l="l" t="t" r="r" b="b"/>
            <a:pathLst>
              <a:path w="3681861" h="3831801">
                <a:moveTo>
                  <a:pt x="112444" y="0"/>
                </a:moveTo>
                <a:lnTo>
                  <a:pt x="3569417" y="0"/>
                </a:lnTo>
                <a:cubicBezTo>
                  <a:pt x="3631518" y="0"/>
                  <a:pt x="3681861" y="50343"/>
                  <a:pt x="3681861" y="112444"/>
                </a:cubicBezTo>
                <a:lnTo>
                  <a:pt x="3681861" y="3719357"/>
                </a:lnTo>
                <a:cubicBezTo>
                  <a:pt x="3681861" y="3781458"/>
                  <a:pt x="3631518" y="3831801"/>
                  <a:pt x="3569417" y="3831801"/>
                </a:cubicBezTo>
                <a:lnTo>
                  <a:pt x="112444" y="3831801"/>
                </a:lnTo>
                <a:cubicBezTo>
                  <a:pt x="50343" y="3831801"/>
                  <a:pt x="0" y="3781458"/>
                  <a:pt x="0" y="3719357"/>
                </a:cubicBezTo>
                <a:lnTo>
                  <a:pt x="0" y="112444"/>
                </a:lnTo>
                <a:cubicBezTo>
                  <a:pt x="0" y="50343"/>
                  <a:pt x="50343" y="0"/>
                  <a:pt x="11244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3323" y="2407373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262395" y="0"/>
                </a:moveTo>
                <a:lnTo>
                  <a:pt x="262395" y="0"/>
                </a:lnTo>
                <a:cubicBezTo>
                  <a:pt x="407215" y="0"/>
                  <a:pt x="524790" y="117575"/>
                  <a:pt x="524790" y="262395"/>
                </a:cubicBezTo>
                <a:lnTo>
                  <a:pt x="524790" y="262395"/>
                </a:lnTo>
                <a:cubicBezTo>
                  <a:pt x="524790" y="407215"/>
                  <a:pt x="407215" y="524790"/>
                  <a:pt x="262395" y="524790"/>
                </a:cubicBezTo>
                <a:lnTo>
                  <a:pt x="262395" y="524790"/>
                </a:lnTo>
                <a:cubicBezTo>
                  <a:pt x="117575" y="524790"/>
                  <a:pt x="0" y="407215"/>
                  <a:pt x="0" y="262395"/>
                </a:cubicBezTo>
                <a:lnTo>
                  <a:pt x="0" y="262395"/>
                </a:lnTo>
                <a:cubicBezTo>
                  <a:pt x="0" y="117575"/>
                  <a:pt x="117575" y="0"/>
                  <a:pt x="26239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9" name="Shape 37"/>
          <p:cNvSpPr/>
          <p:nvPr/>
        </p:nvSpPr>
        <p:spPr>
          <a:xfrm>
            <a:off x="8532005" y="2576056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187425"/>
                </a:moveTo>
                <a:cubicBezTo>
                  <a:pt x="145434" y="187425"/>
                  <a:pt x="187425" y="145434"/>
                  <a:pt x="187425" y="93713"/>
                </a:cubicBezTo>
                <a:cubicBezTo>
                  <a:pt x="187425" y="41991"/>
                  <a:pt x="145434" y="0"/>
                  <a:pt x="93713" y="0"/>
                </a:cubicBezTo>
                <a:cubicBezTo>
                  <a:pt x="41991" y="0"/>
                  <a:pt x="0" y="41991"/>
                  <a:pt x="0" y="93713"/>
                </a:cubicBezTo>
                <a:cubicBezTo>
                  <a:pt x="0" y="145434"/>
                  <a:pt x="41991" y="187425"/>
                  <a:pt x="93713" y="187425"/>
                </a:cubicBezTo>
                <a:close/>
                <a:moveTo>
                  <a:pt x="60547" y="117836"/>
                </a:moveTo>
                <a:cubicBezTo>
                  <a:pt x="68015" y="128086"/>
                  <a:pt x="80095" y="134712"/>
                  <a:pt x="93713" y="134712"/>
                </a:cubicBezTo>
                <a:cubicBezTo>
                  <a:pt x="107330" y="134712"/>
                  <a:pt x="119410" y="128086"/>
                  <a:pt x="126878" y="117836"/>
                </a:cubicBezTo>
                <a:cubicBezTo>
                  <a:pt x="129733" y="113919"/>
                  <a:pt x="135224" y="113041"/>
                  <a:pt x="139141" y="115896"/>
                </a:cubicBezTo>
                <a:cubicBezTo>
                  <a:pt x="143058" y="118751"/>
                  <a:pt x="143937" y="124242"/>
                  <a:pt x="141081" y="128159"/>
                </a:cubicBezTo>
                <a:cubicBezTo>
                  <a:pt x="130429" y="142765"/>
                  <a:pt x="113187" y="152283"/>
                  <a:pt x="93713" y="152283"/>
                </a:cubicBezTo>
                <a:cubicBezTo>
                  <a:pt x="74238" y="152283"/>
                  <a:pt x="56996" y="142765"/>
                  <a:pt x="46344" y="128159"/>
                </a:cubicBezTo>
                <a:cubicBezTo>
                  <a:pt x="43488" y="124242"/>
                  <a:pt x="44367" y="118751"/>
                  <a:pt x="48284" y="115896"/>
                </a:cubicBezTo>
                <a:cubicBezTo>
                  <a:pt x="52201" y="113041"/>
                  <a:pt x="57692" y="113919"/>
                  <a:pt x="60547" y="117836"/>
                </a:cubicBezTo>
                <a:close/>
                <a:moveTo>
                  <a:pt x="52713" y="76141"/>
                </a:moveTo>
                <a:cubicBezTo>
                  <a:pt x="52713" y="69676"/>
                  <a:pt x="57962" y="64427"/>
                  <a:pt x="64427" y="64427"/>
                </a:cubicBezTo>
                <a:cubicBezTo>
                  <a:pt x="70893" y="64427"/>
                  <a:pt x="76141" y="69676"/>
                  <a:pt x="76141" y="76141"/>
                </a:cubicBezTo>
                <a:cubicBezTo>
                  <a:pt x="76141" y="82607"/>
                  <a:pt x="70893" y="87855"/>
                  <a:pt x="64427" y="87855"/>
                </a:cubicBezTo>
                <a:cubicBezTo>
                  <a:pt x="57962" y="87855"/>
                  <a:pt x="52713" y="82607"/>
                  <a:pt x="52713" y="76141"/>
                </a:cubicBezTo>
                <a:close/>
                <a:moveTo>
                  <a:pt x="122998" y="64427"/>
                </a:moveTo>
                <a:cubicBezTo>
                  <a:pt x="129463" y="64427"/>
                  <a:pt x="134712" y="69676"/>
                  <a:pt x="134712" y="76141"/>
                </a:cubicBezTo>
                <a:cubicBezTo>
                  <a:pt x="134712" y="82607"/>
                  <a:pt x="129463" y="87855"/>
                  <a:pt x="122998" y="87855"/>
                </a:cubicBezTo>
                <a:cubicBezTo>
                  <a:pt x="116533" y="87855"/>
                  <a:pt x="111284" y="82607"/>
                  <a:pt x="111284" y="76141"/>
                </a:cubicBezTo>
                <a:cubicBezTo>
                  <a:pt x="111284" y="69676"/>
                  <a:pt x="116533" y="64427"/>
                  <a:pt x="122998" y="64427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40" name="Text 38"/>
          <p:cNvSpPr/>
          <p:nvPr/>
        </p:nvSpPr>
        <p:spPr>
          <a:xfrm>
            <a:off x="9000568" y="2538571"/>
            <a:ext cx="1461915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NPS y Satisfacción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63323" y="3082103"/>
            <a:ext cx="3308052" cy="552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 de </a:t>
            </a:r>
            <a:pPr>
              <a:lnSpc>
                <a:spcPct val="140000"/>
              </a:lnSpc>
            </a:pPr>
            <a:r>
              <a:rPr lang="en-US" sz="1328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Promoter Score</a:t>
            </a:r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medir lealtad y calidad.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3323" y="3780262"/>
            <a:ext cx="3223711" cy="1424430"/>
          </a:xfrm>
          <a:custGeom>
            <a:avLst/>
            <a:gdLst/>
            <a:ahLst/>
            <a:cxnLst/>
            <a:rect l="l" t="t" r="r" b="b"/>
            <a:pathLst>
              <a:path w="3223711" h="1424430">
                <a:moveTo>
                  <a:pt x="74968" y="0"/>
                </a:moveTo>
                <a:lnTo>
                  <a:pt x="3148743" y="0"/>
                </a:lnTo>
                <a:cubicBezTo>
                  <a:pt x="3190147" y="0"/>
                  <a:pt x="3223711" y="33564"/>
                  <a:pt x="3223711" y="74968"/>
                </a:cubicBezTo>
                <a:lnTo>
                  <a:pt x="3223711" y="1349463"/>
                </a:lnTo>
                <a:cubicBezTo>
                  <a:pt x="3223711" y="1390866"/>
                  <a:pt x="3190147" y="1424430"/>
                  <a:pt x="3148743" y="1424430"/>
                </a:cubicBezTo>
                <a:lnTo>
                  <a:pt x="74968" y="1424430"/>
                </a:lnTo>
                <a:cubicBezTo>
                  <a:pt x="33564" y="1424430"/>
                  <a:pt x="0" y="1390866"/>
                  <a:pt x="0" y="1349463"/>
                </a:cubicBezTo>
                <a:lnTo>
                  <a:pt x="0" y="74968"/>
                </a:lnTo>
                <a:cubicBezTo>
                  <a:pt x="0" y="33592"/>
                  <a:pt x="33592" y="0"/>
                  <a:pt x="749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13263" y="3930202"/>
            <a:ext cx="299880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Convierte "servicio estelar" en: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32005" y="426756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9371" y="9371"/>
                </a:moveTo>
                <a:cubicBezTo>
                  <a:pt x="14555" y="9371"/>
                  <a:pt x="18743" y="13559"/>
                  <a:pt x="18743" y="18743"/>
                </a:cubicBezTo>
                <a:lnTo>
                  <a:pt x="18743" y="117141"/>
                </a:lnTo>
                <a:cubicBezTo>
                  <a:pt x="18743" y="119718"/>
                  <a:pt x="20851" y="121826"/>
                  <a:pt x="23428" y="121826"/>
                </a:cubicBezTo>
                <a:lnTo>
                  <a:pt x="140569" y="121826"/>
                </a:lnTo>
                <a:cubicBezTo>
                  <a:pt x="145752" y="121826"/>
                  <a:pt x="149940" y="126014"/>
                  <a:pt x="149940" y="131198"/>
                </a:cubicBezTo>
                <a:cubicBezTo>
                  <a:pt x="149940" y="136381"/>
                  <a:pt x="145752" y="140569"/>
                  <a:pt x="140569" y="140569"/>
                </a:cubicBezTo>
                <a:lnTo>
                  <a:pt x="23428" y="140569"/>
                </a:lnTo>
                <a:cubicBezTo>
                  <a:pt x="10484" y="140569"/>
                  <a:pt x="0" y="130085"/>
                  <a:pt x="0" y="117141"/>
                </a:cubicBezTo>
                <a:lnTo>
                  <a:pt x="0" y="18743"/>
                </a:lnTo>
                <a:cubicBezTo>
                  <a:pt x="0" y="13559"/>
                  <a:pt x="4188" y="9371"/>
                  <a:pt x="9371" y="9371"/>
                </a:cubicBezTo>
                <a:close/>
                <a:moveTo>
                  <a:pt x="37485" y="28114"/>
                </a:moveTo>
                <a:cubicBezTo>
                  <a:pt x="37485" y="22930"/>
                  <a:pt x="41673" y="18743"/>
                  <a:pt x="46856" y="18743"/>
                </a:cubicBezTo>
                <a:lnTo>
                  <a:pt x="103084" y="18743"/>
                </a:lnTo>
                <a:cubicBezTo>
                  <a:pt x="108267" y="18743"/>
                  <a:pt x="112455" y="22930"/>
                  <a:pt x="112455" y="28114"/>
                </a:cubicBezTo>
                <a:cubicBezTo>
                  <a:pt x="112455" y="33297"/>
                  <a:pt x="108267" y="37485"/>
                  <a:pt x="103084" y="37485"/>
                </a:cubicBezTo>
                <a:lnTo>
                  <a:pt x="46856" y="37485"/>
                </a:lnTo>
                <a:cubicBezTo>
                  <a:pt x="41673" y="37485"/>
                  <a:pt x="37485" y="33297"/>
                  <a:pt x="37485" y="28114"/>
                </a:cubicBezTo>
                <a:close/>
                <a:moveTo>
                  <a:pt x="46856" y="51542"/>
                </a:moveTo>
                <a:lnTo>
                  <a:pt x="84341" y="51542"/>
                </a:lnTo>
                <a:cubicBezTo>
                  <a:pt x="89525" y="51542"/>
                  <a:pt x="93713" y="55730"/>
                  <a:pt x="93713" y="60913"/>
                </a:cubicBezTo>
                <a:cubicBezTo>
                  <a:pt x="93713" y="66097"/>
                  <a:pt x="89525" y="70284"/>
                  <a:pt x="84341" y="70284"/>
                </a:cubicBezTo>
                <a:lnTo>
                  <a:pt x="46856" y="70284"/>
                </a:lnTo>
                <a:cubicBezTo>
                  <a:pt x="41673" y="70284"/>
                  <a:pt x="37485" y="66097"/>
                  <a:pt x="37485" y="60913"/>
                </a:cubicBezTo>
                <a:cubicBezTo>
                  <a:pt x="37485" y="55730"/>
                  <a:pt x="41673" y="51542"/>
                  <a:pt x="46856" y="51542"/>
                </a:cubicBezTo>
                <a:close/>
                <a:moveTo>
                  <a:pt x="46856" y="84341"/>
                </a:moveTo>
                <a:lnTo>
                  <a:pt x="121826" y="84341"/>
                </a:lnTo>
                <a:cubicBezTo>
                  <a:pt x="127010" y="84341"/>
                  <a:pt x="131198" y="88529"/>
                  <a:pt x="131198" y="93713"/>
                </a:cubicBezTo>
                <a:cubicBezTo>
                  <a:pt x="131198" y="98896"/>
                  <a:pt x="127010" y="103084"/>
                  <a:pt x="121826" y="103084"/>
                </a:cubicBezTo>
                <a:lnTo>
                  <a:pt x="46856" y="103084"/>
                </a:lnTo>
                <a:cubicBezTo>
                  <a:pt x="41673" y="103084"/>
                  <a:pt x="37485" y="98896"/>
                  <a:pt x="37485" y="93713"/>
                </a:cubicBezTo>
                <a:cubicBezTo>
                  <a:pt x="37485" y="88529"/>
                  <a:pt x="41673" y="84341"/>
                  <a:pt x="46856" y="84341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5" name="Text 43"/>
          <p:cNvSpPr/>
          <p:nvPr/>
        </p:nvSpPr>
        <p:spPr>
          <a:xfrm>
            <a:off x="8775658" y="4230082"/>
            <a:ext cx="117140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Número medible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13263" y="4567447"/>
            <a:ext cx="187425" cy="149940"/>
          </a:xfrm>
          <a:custGeom>
            <a:avLst/>
            <a:gdLst/>
            <a:ahLst/>
            <a:cxnLst/>
            <a:rect l="l" t="t" r="r" b="b"/>
            <a:pathLst>
              <a:path w="187425" h="149940">
                <a:moveTo>
                  <a:pt x="112455" y="9371"/>
                </a:moveTo>
                <a:lnTo>
                  <a:pt x="149940" y="9371"/>
                </a:lnTo>
                <a:cubicBezTo>
                  <a:pt x="155124" y="9371"/>
                  <a:pt x="159311" y="13559"/>
                  <a:pt x="159311" y="18743"/>
                </a:cubicBezTo>
                <a:cubicBezTo>
                  <a:pt x="159311" y="23926"/>
                  <a:pt x="155124" y="28114"/>
                  <a:pt x="149940" y="28114"/>
                </a:cubicBezTo>
                <a:lnTo>
                  <a:pt x="116672" y="28114"/>
                </a:lnTo>
                <a:cubicBezTo>
                  <a:pt x="115149" y="35669"/>
                  <a:pt x="109966" y="41907"/>
                  <a:pt x="103084" y="44894"/>
                </a:cubicBezTo>
                <a:lnTo>
                  <a:pt x="103084" y="131198"/>
                </a:lnTo>
                <a:lnTo>
                  <a:pt x="149940" y="131198"/>
                </a:lnTo>
                <a:cubicBezTo>
                  <a:pt x="155124" y="131198"/>
                  <a:pt x="159311" y="135385"/>
                  <a:pt x="159311" y="140569"/>
                </a:cubicBezTo>
                <a:cubicBezTo>
                  <a:pt x="159311" y="145752"/>
                  <a:pt x="155124" y="149940"/>
                  <a:pt x="149940" y="149940"/>
                </a:cubicBezTo>
                <a:lnTo>
                  <a:pt x="37485" y="149940"/>
                </a:lnTo>
                <a:cubicBezTo>
                  <a:pt x="32302" y="149940"/>
                  <a:pt x="28114" y="145752"/>
                  <a:pt x="28114" y="140569"/>
                </a:cubicBezTo>
                <a:cubicBezTo>
                  <a:pt x="28114" y="135385"/>
                  <a:pt x="32302" y="131198"/>
                  <a:pt x="37485" y="131198"/>
                </a:cubicBezTo>
                <a:lnTo>
                  <a:pt x="84341" y="131198"/>
                </a:lnTo>
                <a:lnTo>
                  <a:pt x="84341" y="44894"/>
                </a:lnTo>
                <a:cubicBezTo>
                  <a:pt x="77459" y="41878"/>
                  <a:pt x="72276" y="35640"/>
                  <a:pt x="70753" y="28114"/>
                </a:cubicBezTo>
                <a:lnTo>
                  <a:pt x="37485" y="28114"/>
                </a:lnTo>
                <a:cubicBezTo>
                  <a:pt x="32302" y="28114"/>
                  <a:pt x="28114" y="23926"/>
                  <a:pt x="28114" y="18743"/>
                </a:cubicBezTo>
                <a:cubicBezTo>
                  <a:pt x="28114" y="13559"/>
                  <a:pt x="32302" y="9371"/>
                  <a:pt x="37485" y="9371"/>
                </a:cubicBezTo>
                <a:lnTo>
                  <a:pt x="74970" y="9371"/>
                </a:lnTo>
                <a:cubicBezTo>
                  <a:pt x="79246" y="3690"/>
                  <a:pt x="86040" y="0"/>
                  <a:pt x="93713" y="0"/>
                </a:cubicBezTo>
                <a:cubicBezTo>
                  <a:pt x="101385" y="0"/>
                  <a:pt x="108179" y="3690"/>
                  <a:pt x="112455" y="9371"/>
                </a:cubicBezTo>
                <a:close/>
                <a:moveTo>
                  <a:pt x="128738" y="93713"/>
                </a:moveTo>
                <a:lnTo>
                  <a:pt x="171143" y="93713"/>
                </a:lnTo>
                <a:lnTo>
                  <a:pt x="149940" y="57340"/>
                </a:lnTo>
                <a:lnTo>
                  <a:pt x="128738" y="93713"/>
                </a:lnTo>
                <a:close/>
                <a:moveTo>
                  <a:pt x="149940" y="121826"/>
                </a:moveTo>
                <a:cubicBezTo>
                  <a:pt x="131520" y="121826"/>
                  <a:pt x="116204" y="111869"/>
                  <a:pt x="113041" y="98720"/>
                </a:cubicBezTo>
                <a:cubicBezTo>
                  <a:pt x="112279" y="95499"/>
                  <a:pt x="113334" y="92190"/>
                  <a:pt x="115003" y="89320"/>
                </a:cubicBezTo>
                <a:lnTo>
                  <a:pt x="142882" y="41526"/>
                </a:lnTo>
                <a:cubicBezTo>
                  <a:pt x="144347" y="39008"/>
                  <a:pt x="147041" y="37485"/>
                  <a:pt x="149940" y="37485"/>
                </a:cubicBezTo>
                <a:cubicBezTo>
                  <a:pt x="152839" y="37485"/>
                  <a:pt x="155534" y="39037"/>
                  <a:pt x="156998" y="41526"/>
                </a:cubicBezTo>
                <a:lnTo>
                  <a:pt x="184877" y="89320"/>
                </a:lnTo>
                <a:cubicBezTo>
                  <a:pt x="186547" y="92190"/>
                  <a:pt x="187601" y="95499"/>
                  <a:pt x="186839" y="98720"/>
                </a:cubicBezTo>
                <a:cubicBezTo>
                  <a:pt x="183677" y="111840"/>
                  <a:pt x="168360" y="121826"/>
                  <a:pt x="149940" y="121826"/>
                </a:cubicBezTo>
                <a:close/>
                <a:moveTo>
                  <a:pt x="37134" y="57340"/>
                </a:moveTo>
                <a:lnTo>
                  <a:pt x="15931" y="93713"/>
                </a:lnTo>
                <a:lnTo>
                  <a:pt x="58365" y="93713"/>
                </a:lnTo>
                <a:lnTo>
                  <a:pt x="37134" y="57340"/>
                </a:lnTo>
                <a:close/>
                <a:moveTo>
                  <a:pt x="264" y="98720"/>
                </a:moveTo>
                <a:cubicBezTo>
                  <a:pt x="-498" y="95499"/>
                  <a:pt x="556" y="92190"/>
                  <a:pt x="2226" y="89320"/>
                </a:cubicBezTo>
                <a:lnTo>
                  <a:pt x="30105" y="41526"/>
                </a:lnTo>
                <a:cubicBezTo>
                  <a:pt x="31569" y="39008"/>
                  <a:pt x="34264" y="37485"/>
                  <a:pt x="37163" y="37485"/>
                </a:cubicBezTo>
                <a:cubicBezTo>
                  <a:pt x="40062" y="37485"/>
                  <a:pt x="42756" y="39037"/>
                  <a:pt x="44221" y="41526"/>
                </a:cubicBezTo>
                <a:lnTo>
                  <a:pt x="72100" y="89320"/>
                </a:lnTo>
                <a:cubicBezTo>
                  <a:pt x="73769" y="92190"/>
                  <a:pt x="74824" y="95499"/>
                  <a:pt x="74062" y="98720"/>
                </a:cubicBezTo>
                <a:cubicBezTo>
                  <a:pt x="70899" y="111840"/>
                  <a:pt x="55583" y="121826"/>
                  <a:pt x="37163" y="121826"/>
                </a:cubicBezTo>
                <a:cubicBezTo>
                  <a:pt x="18743" y="121826"/>
                  <a:pt x="3426" y="111869"/>
                  <a:pt x="264" y="9872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7" name="Text 45"/>
          <p:cNvSpPr/>
          <p:nvPr/>
        </p:nvSpPr>
        <p:spPr>
          <a:xfrm>
            <a:off x="8775658" y="4529962"/>
            <a:ext cx="185550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Comparable entre periodos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32005" y="486732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03054" y="81998"/>
                </a:moveTo>
                <a:lnTo>
                  <a:pt x="47149" y="81998"/>
                </a:lnTo>
                <a:cubicBezTo>
                  <a:pt x="47998" y="100887"/>
                  <a:pt x="52186" y="118283"/>
                  <a:pt x="58131" y="131022"/>
                </a:cubicBezTo>
                <a:cubicBezTo>
                  <a:pt x="61470" y="138197"/>
                  <a:pt x="65072" y="143263"/>
                  <a:pt x="68410" y="146367"/>
                </a:cubicBezTo>
                <a:cubicBezTo>
                  <a:pt x="71690" y="149442"/>
                  <a:pt x="73945" y="149940"/>
                  <a:pt x="75116" y="149940"/>
                </a:cubicBezTo>
                <a:cubicBezTo>
                  <a:pt x="76288" y="149940"/>
                  <a:pt x="78543" y="149442"/>
                  <a:pt x="81823" y="146367"/>
                </a:cubicBezTo>
                <a:cubicBezTo>
                  <a:pt x="85161" y="143263"/>
                  <a:pt x="88763" y="138167"/>
                  <a:pt x="92102" y="131022"/>
                </a:cubicBezTo>
                <a:cubicBezTo>
                  <a:pt x="98047" y="118283"/>
                  <a:pt x="102235" y="100887"/>
                  <a:pt x="103084" y="81998"/>
                </a:cubicBezTo>
                <a:close/>
                <a:moveTo>
                  <a:pt x="47120" y="67942"/>
                </a:moveTo>
                <a:lnTo>
                  <a:pt x="103025" y="67942"/>
                </a:lnTo>
                <a:cubicBezTo>
                  <a:pt x="102205" y="49053"/>
                  <a:pt x="98017" y="31657"/>
                  <a:pt x="92073" y="18918"/>
                </a:cubicBezTo>
                <a:cubicBezTo>
                  <a:pt x="88734" y="11773"/>
                  <a:pt x="85132" y="6677"/>
                  <a:pt x="81793" y="3573"/>
                </a:cubicBezTo>
                <a:cubicBezTo>
                  <a:pt x="78514" y="498"/>
                  <a:pt x="76259" y="0"/>
                  <a:pt x="75087" y="0"/>
                </a:cubicBezTo>
                <a:cubicBezTo>
                  <a:pt x="73916" y="0"/>
                  <a:pt x="71661" y="498"/>
                  <a:pt x="68381" y="3573"/>
                </a:cubicBezTo>
                <a:cubicBezTo>
                  <a:pt x="65042" y="6677"/>
                  <a:pt x="61440" y="11773"/>
                  <a:pt x="58102" y="18918"/>
                </a:cubicBezTo>
                <a:cubicBezTo>
                  <a:pt x="52157" y="31657"/>
                  <a:pt x="47969" y="49053"/>
                  <a:pt x="47120" y="67942"/>
                </a:cubicBezTo>
                <a:close/>
                <a:moveTo>
                  <a:pt x="33063" y="67942"/>
                </a:moveTo>
                <a:cubicBezTo>
                  <a:pt x="34088" y="42873"/>
                  <a:pt x="40560" y="19592"/>
                  <a:pt x="50019" y="4305"/>
                </a:cubicBezTo>
                <a:cubicBezTo>
                  <a:pt x="23047" y="13852"/>
                  <a:pt x="3192" y="38422"/>
                  <a:pt x="439" y="67942"/>
                </a:cubicBezTo>
                <a:lnTo>
                  <a:pt x="33063" y="67942"/>
                </a:lnTo>
                <a:close/>
                <a:moveTo>
                  <a:pt x="439" y="81998"/>
                </a:moveTo>
                <a:cubicBezTo>
                  <a:pt x="3192" y="111518"/>
                  <a:pt x="23047" y="136088"/>
                  <a:pt x="50019" y="145635"/>
                </a:cubicBezTo>
                <a:cubicBezTo>
                  <a:pt x="40560" y="130348"/>
                  <a:pt x="34088" y="107067"/>
                  <a:pt x="33063" y="81998"/>
                </a:cubicBezTo>
                <a:lnTo>
                  <a:pt x="439" y="81998"/>
                </a:lnTo>
                <a:close/>
                <a:moveTo>
                  <a:pt x="117111" y="81998"/>
                </a:moveTo>
                <a:cubicBezTo>
                  <a:pt x="116086" y="107067"/>
                  <a:pt x="109614" y="130348"/>
                  <a:pt x="100155" y="145635"/>
                </a:cubicBezTo>
                <a:cubicBezTo>
                  <a:pt x="127127" y="136059"/>
                  <a:pt x="146982" y="111518"/>
                  <a:pt x="149735" y="81998"/>
                </a:cubicBezTo>
                <a:lnTo>
                  <a:pt x="117111" y="81998"/>
                </a:lnTo>
                <a:close/>
                <a:moveTo>
                  <a:pt x="149735" y="67942"/>
                </a:moveTo>
                <a:cubicBezTo>
                  <a:pt x="146982" y="38422"/>
                  <a:pt x="127127" y="13852"/>
                  <a:pt x="100155" y="4305"/>
                </a:cubicBezTo>
                <a:cubicBezTo>
                  <a:pt x="109614" y="19592"/>
                  <a:pt x="116086" y="42873"/>
                  <a:pt x="117111" y="67942"/>
                </a:cubicBezTo>
                <a:lnTo>
                  <a:pt x="149735" y="67942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9" name="Text 47"/>
          <p:cNvSpPr/>
          <p:nvPr/>
        </p:nvSpPr>
        <p:spPr>
          <a:xfrm>
            <a:off x="8775658" y="4829842"/>
            <a:ext cx="173368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Aplicable entre mercados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67488" y="5358797"/>
            <a:ext cx="3213298" cy="420665"/>
          </a:xfrm>
          <a:custGeom>
            <a:avLst/>
            <a:gdLst/>
            <a:ahLst/>
            <a:cxnLst/>
            <a:rect l="l" t="t" r="r" b="b"/>
            <a:pathLst>
              <a:path w="3213298" h="420665">
                <a:moveTo>
                  <a:pt x="74971" y="0"/>
                </a:moveTo>
                <a:lnTo>
                  <a:pt x="3138328" y="0"/>
                </a:lnTo>
                <a:cubicBezTo>
                  <a:pt x="3179733" y="0"/>
                  <a:pt x="3213298" y="33566"/>
                  <a:pt x="3213298" y="74971"/>
                </a:cubicBezTo>
                <a:lnTo>
                  <a:pt x="3213298" y="345694"/>
                </a:lnTo>
                <a:cubicBezTo>
                  <a:pt x="3213298" y="387099"/>
                  <a:pt x="3179733" y="420665"/>
                  <a:pt x="3138328" y="420665"/>
                </a:cubicBezTo>
                <a:lnTo>
                  <a:pt x="74971" y="420665"/>
                </a:lnTo>
                <a:cubicBezTo>
                  <a:pt x="33593" y="420665"/>
                  <a:pt x="0" y="387072"/>
                  <a:pt x="0" y="345694"/>
                </a:cubicBezTo>
                <a:lnTo>
                  <a:pt x="0" y="74971"/>
                </a:lnTo>
                <a:cubicBezTo>
                  <a:pt x="0" y="33593"/>
                  <a:pt x="33593" y="0"/>
                  <a:pt x="74971" y="0"/>
                </a:cubicBezTo>
                <a:close/>
              </a:path>
            </a:pathLst>
          </a:custGeom>
          <a:solidFill>
            <a:srgbClr val="C5A059">
              <a:alpha val="10196"/>
            </a:srgbClr>
          </a:solidFill>
          <a:ln w="11289">
            <a:solidFill>
              <a:srgbClr val="C5A059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19250" y="5492076"/>
            <a:ext cx="98398" cy="131198"/>
          </a:xfrm>
          <a:custGeom>
            <a:avLst/>
            <a:gdLst/>
            <a:ahLst/>
            <a:cxnLst/>
            <a:rect l="l" t="t" r="r" b="b"/>
            <a:pathLst>
              <a:path w="98398" h="131198">
                <a:moveTo>
                  <a:pt x="75054" y="98398"/>
                </a:moveTo>
                <a:cubicBezTo>
                  <a:pt x="76925" y="92684"/>
                  <a:pt x="80666" y="87508"/>
                  <a:pt x="84894" y="83049"/>
                </a:cubicBezTo>
                <a:cubicBezTo>
                  <a:pt x="93273" y="74234"/>
                  <a:pt x="98398" y="62319"/>
                  <a:pt x="98398" y="49199"/>
                </a:cubicBezTo>
                <a:cubicBezTo>
                  <a:pt x="98398" y="22037"/>
                  <a:pt x="76361" y="0"/>
                  <a:pt x="49199" y="0"/>
                </a:cubicBezTo>
                <a:cubicBezTo>
                  <a:pt x="22037" y="0"/>
                  <a:pt x="0" y="22037"/>
                  <a:pt x="0" y="49199"/>
                </a:cubicBezTo>
                <a:cubicBezTo>
                  <a:pt x="0" y="62319"/>
                  <a:pt x="5125" y="74234"/>
                  <a:pt x="13504" y="83049"/>
                </a:cubicBezTo>
                <a:cubicBezTo>
                  <a:pt x="17732" y="87508"/>
                  <a:pt x="21499" y="92684"/>
                  <a:pt x="23344" y="98398"/>
                </a:cubicBezTo>
                <a:lnTo>
                  <a:pt x="75029" y="98398"/>
                </a:lnTo>
                <a:close/>
                <a:moveTo>
                  <a:pt x="73799" y="110698"/>
                </a:moveTo>
                <a:lnTo>
                  <a:pt x="24600" y="110698"/>
                </a:lnTo>
                <a:lnTo>
                  <a:pt x="24600" y="114798"/>
                </a:lnTo>
                <a:cubicBezTo>
                  <a:pt x="24600" y="126124"/>
                  <a:pt x="33773" y="135297"/>
                  <a:pt x="45099" y="135297"/>
                </a:cubicBezTo>
                <a:lnTo>
                  <a:pt x="53299" y="135297"/>
                </a:lnTo>
                <a:cubicBezTo>
                  <a:pt x="64625" y="135297"/>
                  <a:pt x="73799" y="126124"/>
                  <a:pt x="73799" y="114798"/>
                </a:cubicBezTo>
                <a:lnTo>
                  <a:pt x="73799" y="110698"/>
                </a:lnTo>
                <a:close/>
                <a:moveTo>
                  <a:pt x="47149" y="28699"/>
                </a:moveTo>
                <a:cubicBezTo>
                  <a:pt x="36951" y="28699"/>
                  <a:pt x="28699" y="36951"/>
                  <a:pt x="28699" y="47149"/>
                </a:cubicBezTo>
                <a:cubicBezTo>
                  <a:pt x="28699" y="50557"/>
                  <a:pt x="25958" y="53299"/>
                  <a:pt x="22550" y="53299"/>
                </a:cubicBezTo>
                <a:cubicBezTo>
                  <a:pt x="19142" y="53299"/>
                  <a:pt x="16400" y="50557"/>
                  <a:pt x="16400" y="47149"/>
                </a:cubicBezTo>
                <a:cubicBezTo>
                  <a:pt x="16400" y="30160"/>
                  <a:pt x="30160" y="16400"/>
                  <a:pt x="47149" y="16400"/>
                </a:cubicBezTo>
                <a:cubicBezTo>
                  <a:pt x="50557" y="16400"/>
                  <a:pt x="53299" y="19142"/>
                  <a:pt x="53299" y="22550"/>
                </a:cubicBezTo>
                <a:cubicBezTo>
                  <a:pt x="53299" y="25958"/>
                  <a:pt x="50557" y="28699"/>
                  <a:pt x="47149" y="2869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2" name="Text 50"/>
          <p:cNvSpPr/>
          <p:nvPr/>
        </p:nvSpPr>
        <p:spPr>
          <a:xfrm>
            <a:off x="8708110" y="5475415"/>
            <a:ext cx="282165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 clara de desempeño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91510" y="6204291"/>
            <a:ext cx="11430846" cy="655988"/>
          </a:xfrm>
          <a:custGeom>
            <a:avLst/>
            <a:gdLst/>
            <a:ahLst/>
            <a:cxnLst/>
            <a:rect l="l" t="t" r="r" b="b"/>
            <a:pathLst>
              <a:path w="11430846" h="655988">
                <a:moveTo>
                  <a:pt x="33320" y="0"/>
                </a:moveTo>
                <a:lnTo>
                  <a:pt x="11318390" y="0"/>
                </a:lnTo>
                <a:cubicBezTo>
                  <a:pt x="11380498" y="0"/>
                  <a:pt x="11430846" y="50348"/>
                  <a:pt x="11430846" y="112456"/>
                </a:cubicBezTo>
                <a:lnTo>
                  <a:pt x="11430846" y="543532"/>
                </a:lnTo>
                <a:cubicBezTo>
                  <a:pt x="11430846" y="605639"/>
                  <a:pt x="11380498" y="655988"/>
                  <a:pt x="11318390" y="655988"/>
                </a:cubicBezTo>
                <a:lnTo>
                  <a:pt x="33320" y="655988"/>
                </a:lnTo>
                <a:cubicBezTo>
                  <a:pt x="14918" y="655988"/>
                  <a:pt x="0" y="641070"/>
                  <a:pt x="0" y="622668"/>
                </a:cubicBezTo>
                <a:lnTo>
                  <a:pt x="0" y="33320"/>
                </a:lnTo>
                <a:cubicBezTo>
                  <a:pt x="0" y="14918"/>
                  <a:pt x="14918" y="0"/>
                  <a:pt x="33320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391510" y="6204291"/>
            <a:ext cx="33320" cy="655988"/>
          </a:xfrm>
          <a:custGeom>
            <a:avLst/>
            <a:gdLst/>
            <a:ahLst/>
            <a:cxnLst/>
            <a:rect l="l" t="t" r="r" b="b"/>
            <a:pathLst>
              <a:path w="33320" h="655988">
                <a:moveTo>
                  <a:pt x="33320" y="0"/>
                </a:moveTo>
                <a:lnTo>
                  <a:pt x="33320" y="0"/>
                </a:lnTo>
                <a:lnTo>
                  <a:pt x="33320" y="655988"/>
                </a:lnTo>
                <a:lnTo>
                  <a:pt x="33320" y="655988"/>
                </a:lnTo>
                <a:cubicBezTo>
                  <a:pt x="14918" y="655988"/>
                  <a:pt x="0" y="641070"/>
                  <a:pt x="0" y="622668"/>
                </a:cubicBezTo>
                <a:lnTo>
                  <a:pt x="0" y="33320"/>
                </a:lnTo>
                <a:cubicBezTo>
                  <a:pt x="0" y="14918"/>
                  <a:pt x="14918" y="0"/>
                  <a:pt x="33320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5" name="Shape 53"/>
          <p:cNvSpPr/>
          <p:nvPr/>
        </p:nvSpPr>
        <p:spPr>
          <a:xfrm>
            <a:off x="615509" y="6391716"/>
            <a:ext cx="316280" cy="281138"/>
          </a:xfrm>
          <a:custGeom>
            <a:avLst/>
            <a:gdLst/>
            <a:ahLst/>
            <a:cxnLst/>
            <a:rect l="l" t="t" r="r" b="b"/>
            <a:pathLst>
              <a:path w="316280" h="281138">
                <a:moveTo>
                  <a:pt x="169945" y="-10378"/>
                </a:moveTo>
                <a:cubicBezTo>
                  <a:pt x="167694" y="-14771"/>
                  <a:pt x="163137" y="-17571"/>
                  <a:pt x="158195" y="-17571"/>
                </a:cubicBezTo>
                <a:cubicBezTo>
                  <a:pt x="153253" y="-17571"/>
                  <a:pt x="148695" y="-14771"/>
                  <a:pt x="146444" y="-10378"/>
                </a:cubicBezTo>
                <a:lnTo>
                  <a:pt x="106031" y="68802"/>
                </a:lnTo>
                <a:lnTo>
                  <a:pt x="18230" y="82749"/>
                </a:lnTo>
                <a:cubicBezTo>
                  <a:pt x="13343" y="83518"/>
                  <a:pt x="9280" y="86977"/>
                  <a:pt x="7742" y="91699"/>
                </a:cubicBezTo>
                <a:cubicBezTo>
                  <a:pt x="6205" y="96421"/>
                  <a:pt x="7468" y="101583"/>
                  <a:pt x="10927" y="105097"/>
                </a:cubicBezTo>
                <a:lnTo>
                  <a:pt x="73744" y="167969"/>
                </a:lnTo>
                <a:lnTo>
                  <a:pt x="59906" y="255769"/>
                </a:lnTo>
                <a:cubicBezTo>
                  <a:pt x="59138" y="260656"/>
                  <a:pt x="61169" y="265598"/>
                  <a:pt x="65178" y="268508"/>
                </a:cubicBezTo>
                <a:cubicBezTo>
                  <a:pt x="69186" y="271419"/>
                  <a:pt x="74458" y="271858"/>
                  <a:pt x="78905" y="269607"/>
                </a:cubicBezTo>
                <a:lnTo>
                  <a:pt x="158195" y="229303"/>
                </a:lnTo>
                <a:lnTo>
                  <a:pt x="237429" y="269607"/>
                </a:lnTo>
                <a:cubicBezTo>
                  <a:pt x="241822" y="271858"/>
                  <a:pt x="247148" y="271419"/>
                  <a:pt x="251157" y="268508"/>
                </a:cubicBezTo>
                <a:cubicBezTo>
                  <a:pt x="255165" y="265598"/>
                  <a:pt x="257197" y="260711"/>
                  <a:pt x="256428" y="255769"/>
                </a:cubicBezTo>
                <a:lnTo>
                  <a:pt x="242536" y="167969"/>
                </a:lnTo>
                <a:lnTo>
                  <a:pt x="305353" y="105097"/>
                </a:lnTo>
                <a:cubicBezTo>
                  <a:pt x="308867" y="101583"/>
                  <a:pt x="310075" y="96421"/>
                  <a:pt x="308538" y="91699"/>
                </a:cubicBezTo>
                <a:cubicBezTo>
                  <a:pt x="307000" y="86977"/>
                  <a:pt x="302992" y="83518"/>
                  <a:pt x="298050" y="82749"/>
                </a:cubicBezTo>
                <a:lnTo>
                  <a:pt x="210304" y="68802"/>
                </a:lnTo>
                <a:lnTo>
                  <a:pt x="169945" y="-10378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6" name="Text 54"/>
          <p:cNvSpPr/>
          <p:nvPr/>
        </p:nvSpPr>
        <p:spPr>
          <a:xfrm>
            <a:off x="1096957" y="6395230"/>
            <a:ext cx="10008498" cy="27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Síntesis:</a:t>
            </a:r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Cinépolis utiliza un </a:t>
            </a:r>
            <a:pPr>
              <a:lnSpc>
                <a:spcPct val="140000"/>
              </a:lnSpc>
            </a:pPr>
            <a:r>
              <a:rPr lang="en-US" sz="1328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 integral de 5 mecanismos</a:t>
            </a:r>
            <a:pPr>
              <a:lnSpc>
                <a:spcPct val="140000"/>
              </a:lnSpc>
            </a:pPr>
            <a:r>
              <a:rPr lang="en-US" sz="1328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garantizan que cada objetivo sea claro, medible, asignado y evaluable.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406" y="335406"/>
            <a:ext cx="11588270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spc="106" kern="0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Integración Estratégica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406" y="603730"/>
            <a:ext cx="11722432" cy="402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9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Síntesis: De la Declaración a la Ejecución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5406" y="1140380"/>
            <a:ext cx="804974" cy="33541"/>
          </a:xfrm>
          <a:custGeom>
            <a:avLst/>
            <a:gdLst/>
            <a:ahLst/>
            <a:cxnLst/>
            <a:rect l="l" t="t" r="r" b="b"/>
            <a:pathLst>
              <a:path w="804974" h="33541">
                <a:moveTo>
                  <a:pt x="0" y="0"/>
                </a:moveTo>
                <a:lnTo>
                  <a:pt x="804974" y="0"/>
                </a:lnTo>
                <a:lnTo>
                  <a:pt x="804974" y="33541"/>
                </a:lnTo>
                <a:lnTo>
                  <a:pt x="0" y="33541"/>
                </a:lnTo>
                <a:lnTo>
                  <a:pt x="0" y="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350313" y="1375164"/>
            <a:ext cx="11510940" cy="2280759"/>
          </a:xfrm>
          <a:custGeom>
            <a:avLst/>
            <a:gdLst/>
            <a:ahLst/>
            <a:cxnLst/>
            <a:rect l="l" t="t" r="r" b="b"/>
            <a:pathLst>
              <a:path w="11510940" h="2280759">
                <a:moveTo>
                  <a:pt x="29814" y="0"/>
                </a:moveTo>
                <a:lnTo>
                  <a:pt x="11410313" y="0"/>
                </a:lnTo>
                <a:cubicBezTo>
                  <a:pt x="11465888" y="0"/>
                  <a:pt x="11510940" y="45052"/>
                  <a:pt x="11510940" y="100627"/>
                </a:cubicBezTo>
                <a:lnTo>
                  <a:pt x="11510940" y="2180132"/>
                </a:lnTo>
                <a:cubicBezTo>
                  <a:pt x="11510940" y="2235707"/>
                  <a:pt x="11465888" y="2280759"/>
                  <a:pt x="11410313" y="2280759"/>
                </a:cubicBezTo>
                <a:lnTo>
                  <a:pt x="29814" y="2280759"/>
                </a:lnTo>
                <a:cubicBezTo>
                  <a:pt x="13348" y="2280759"/>
                  <a:pt x="0" y="2267411"/>
                  <a:pt x="0" y="2250945"/>
                </a:cubicBezTo>
                <a:lnTo>
                  <a:pt x="0" y="29814"/>
                </a:lnTo>
                <a:cubicBezTo>
                  <a:pt x="0" y="13359"/>
                  <a:pt x="13359" y="0"/>
                  <a:pt x="29814" y="0"/>
                </a:cubicBezTo>
                <a:close/>
              </a:path>
            </a:pathLst>
          </a:custGeom>
          <a:gradFill rotWithShape="1" flip="none">
            <a:gsLst>
              <a:gs pos="0">
                <a:srgbClr val="C5A059">
                  <a:alpha val="20000"/>
                </a:srgbClr>
              </a:gs>
              <a:gs pos="100000">
                <a:srgbClr val="C5A0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50313" y="1375164"/>
            <a:ext cx="29814" cy="2280759"/>
          </a:xfrm>
          <a:custGeom>
            <a:avLst/>
            <a:gdLst/>
            <a:ahLst/>
            <a:cxnLst/>
            <a:rect l="l" t="t" r="r" b="b"/>
            <a:pathLst>
              <a:path w="29814" h="2280759">
                <a:moveTo>
                  <a:pt x="29814" y="0"/>
                </a:moveTo>
                <a:lnTo>
                  <a:pt x="29814" y="0"/>
                </a:lnTo>
                <a:lnTo>
                  <a:pt x="29814" y="2280759"/>
                </a:lnTo>
                <a:lnTo>
                  <a:pt x="29814" y="2280759"/>
                </a:lnTo>
                <a:cubicBezTo>
                  <a:pt x="13348" y="2280759"/>
                  <a:pt x="0" y="2267411"/>
                  <a:pt x="0" y="2250945"/>
                </a:cubicBezTo>
                <a:lnTo>
                  <a:pt x="0" y="29814"/>
                </a:lnTo>
                <a:cubicBezTo>
                  <a:pt x="0" y="13359"/>
                  <a:pt x="13359" y="0"/>
                  <a:pt x="29814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7" name="Shape 5"/>
          <p:cNvSpPr/>
          <p:nvPr/>
        </p:nvSpPr>
        <p:spPr>
          <a:xfrm>
            <a:off x="576945" y="1626603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137405" y="31444"/>
                </a:moveTo>
                <a:cubicBezTo>
                  <a:pt x="131968" y="31444"/>
                  <a:pt x="126694" y="32918"/>
                  <a:pt x="122076" y="35604"/>
                </a:cubicBezTo>
                <a:cubicBezTo>
                  <a:pt x="116901" y="30363"/>
                  <a:pt x="110874" y="25974"/>
                  <a:pt x="104225" y="22666"/>
                </a:cubicBezTo>
                <a:cubicBezTo>
                  <a:pt x="113461" y="14805"/>
                  <a:pt x="125220" y="10481"/>
                  <a:pt x="137405" y="10481"/>
                </a:cubicBezTo>
                <a:cubicBezTo>
                  <a:pt x="165705" y="10481"/>
                  <a:pt x="188666" y="33410"/>
                  <a:pt x="188666" y="61742"/>
                </a:cubicBezTo>
                <a:cubicBezTo>
                  <a:pt x="188666" y="75335"/>
                  <a:pt x="183261" y="88372"/>
                  <a:pt x="173664" y="97969"/>
                </a:cubicBezTo>
                <a:lnTo>
                  <a:pt x="150376" y="121257"/>
                </a:lnTo>
                <a:cubicBezTo>
                  <a:pt x="140779" y="130854"/>
                  <a:pt x="127742" y="136259"/>
                  <a:pt x="114149" y="136259"/>
                </a:cubicBezTo>
                <a:cubicBezTo>
                  <a:pt x="85849" y="136259"/>
                  <a:pt x="62889" y="113330"/>
                  <a:pt x="62889" y="84998"/>
                </a:cubicBezTo>
                <a:cubicBezTo>
                  <a:pt x="62889" y="84507"/>
                  <a:pt x="62889" y="84015"/>
                  <a:pt x="62921" y="83524"/>
                </a:cubicBezTo>
                <a:cubicBezTo>
                  <a:pt x="63085" y="77726"/>
                  <a:pt x="67900" y="73173"/>
                  <a:pt x="73698" y="73337"/>
                </a:cubicBezTo>
                <a:cubicBezTo>
                  <a:pt x="79495" y="73501"/>
                  <a:pt x="84048" y="78316"/>
                  <a:pt x="83884" y="84113"/>
                </a:cubicBezTo>
                <a:cubicBezTo>
                  <a:pt x="83884" y="84408"/>
                  <a:pt x="83884" y="84703"/>
                  <a:pt x="83884" y="84965"/>
                </a:cubicBezTo>
                <a:cubicBezTo>
                  <a:pt x="83884" y="101703"/>
                  <a:pt x="97445" y="115263"/>
                  <a:pt x="114182" y="115263"/>
                </a:cubicBezTo>
                <a:cubicBezTo>
                  <a:pt x="122207" y="115263"/>
                  <a:pt x="129904" y="112086"/>
                  <a:pt x="135604" y="106387"/>
                </a:cubicBezTo>
                <a:lnTo>
                  <a:pt x="158892" y="83098"/>
                </a:lnTo>
                <a:cubicBezTo>
                  <a:pt x="164558" y="77432"/>
                  <a:pt x="167768" y="69702"/>
                  <a:pt x="167768" y="61677"/>
                </a:cubicBezTo>
                <a:cubicBezTo>
                  <a:pt x="167768" y="44939"/>
                  <a:pt x="154208" y="31379"/>
                  <a:pt x="137471" y="31379"/>
                </a:cubicBezTo>
                <a:close/>
                <a:moveTo>
                  <a:pt x="90140" y="56763"/>
                </a:moveTo>
                <a:cubicBezTo>
                  <a:pt x="89518" y="56501"/>
                  <a:pt x="88896" y="56141"/>
                  <a:pt x="88339" y="55748"/>
                </a:cubicBezTo>
                <a:cubicBezTo>
                  <a:pt x="84212" y="53619"/>
                  <a:pt x="79495" y="52407"/>
                  <a:pt x="74549" y="52407"/>
                </a:cubicBezTo>
                <a:cubicBezTo>
                  <a:pt x="66524" y="52407"/>
                  <a:pt x="58827" y="55584"/>
                  <a:pt x="53128" y="61284"/>
                </a:cubicBezTo>
                <a:lnTo>
                  <a:pt x="29839" y="84572"/>
                </a:lnTo>
                <a:cubicBezTo>
                  <a:pt x="24173" y="90239"/>
                  <a:pt x="20963" y="97969"/>
                  <a:pt x="20963" y="105993"/>
                </a:cubicBezTo>
                <a:cubicBezTo>
                  <a:pt x="20963" y="122731"/>
                  <a:pt x="34523" y="136291"/>
                  <a:pt x="51261" y="136291"/>
                </a:cubicBezTo>
                <a:cubicBezTo>
                  <a:pt x="56665" y="136291"/>
                  <a:pt x="61939" y="134850"/>
                  <a:pt x="66557" y="132164"/>
                </a:cubicBezTo>
                <a:cubicBezTo>
                  <a:pt x="71732" y="137405"/>
                  <a:pt x="77759" y="141794"/>
                  <a:pt x="84441" y="145102"/>
                </a:cubicBezTo>
                <a:cubicBezTo>
                  <a:pt x="75204" y="152931"/>
                  <a:pt x="63478" y="157287"/>
                  <a:pt x="51261" y="157287"/>
                </a:cubicBezTo>
                <a:cubicBezTo>
                  <a:pt x="22961" y="157287"/>
                  <a:pt x="0" y="134359"/>
                  <a:pt x="0" y="106026"/>
                </a:cubicBezTo>
                <a:cubicBezTo>
                  <a:pt x="0" y="92433"/>
                  <a:pt x="5404" y="79397"/>
                  <a:pt x="15002" y="69800"/>
                </a:cubicBezTo>
                <a:lnTo>
                  <a:pt x="38290" y="46511"/>
                </a:lnTo>
                <a:cubicBezTo>
                  <a:pt x="47887" y="36914"/>
                  <a:pt x="60923" y="31510"/>
                  <a:pt x="74516" y="31510"/>
                </a:cubicBezTo>
                <a:cubicBezTo>
                  <a:pt x="102882" y="31510"/>
                  <a:pt x="125777" y="54634"/>
                  <a:pt x="125777" y="82902"/>
                </a:cubicBezTo>
                <a:cubicBezTo>
                  <a:pt x="125777" y="83327"/>
                  <a:pt x="125777" y="83753"/>
                  <a:pt x="125777" y="84179"/>
                </a:cubicBezTo>
                <a:cubicBezTo>
                  <a:pt x="125646" y="89977"/>
                  <a:pt x="120831" y="94529"/>
                  <a:pt x="115034" y="94398"/>
                </a:cubicBezTo>
                <a:cubicBezTo>
                  <a:pt x="109236" y="94267"/>
                  <a:pt x="104683" y="89452"/>
                  <a:pt x="104814" y="83655"/>
                </a:cubicBezTo>
                <a:cubicBezTo>
                  <a:pt x="104814" y="83393"/>
                  <a:pt x="104814" y="83164"/>
                  <a:pt x="104814" y="82902"/>
                </a:cubicBezTo>
                <a:cubicBezTo>
                  <a:pt x="104814" y="71863"/>
                  <a:pt x="98919" y="62168"/>
                  <a:pt x="90140" y="5682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8" name="Text 6"/>
          <p:cNvSpPr/>
          <p:nvPr/>
        </p:nvSpPr>
        <p:spPr>
          <a:xfrm>
            <a:off x="776092" y="1576407"/>
            <a:ext cx="10984539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Cadena de Valor Estratégica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463" y="1978779"/>
            <a:ext cx="2339455" cy="1475785"/>
          </a:xfrm>
          <a:custGeom>
            <a:avLst/>
            <a:gdLst/>
            <a:ahLst/>
            <a:cxnLst/>
            <a:rect l="l" t="t" r="r" b="b"/>
            <a:pathLst>
              <a:path w="2339455" h="1475785">
                <a:moveTo>
                  <a:pt x="67074" y="0"/>
                </a:moveTo>
                <a:lnTo>
                  <a:pt x="2272381" y="0"/>
                </a:lnTo>
                <a:cubicBezTo>
                  <a:pt x="2309425" y="0"/>
                  <a:pt x="2339455" y="30030"/>
                  <a:pt x="2339455" y="67074"/>
                </a:cubicBezTo>
                <a:lnTo>
                  <a:pt x="2339455" y="1408711"/>
                </a:lnTo>
                <a:cubicBezTo>
                  <a:pt x="2339455" y="1445755"/>
                  <a:pt x="2309425" y="1475785"/>
                  <a:pt x="2272381" y="1475785"/>
                </a:cubicBezTo>
                <a:lnTo>
                  <a:pt x="67074" y="1475785"/>
                </a:lnTo>
                <a:cubicBezTo>
                  <a:pt x="30030" y="1475785"/>
                  <a:pt x="0" y="1445755"/>
                  <a:pt x="0" y="1408711"/>
                </a:cubicBezTo>
                <a:lnTo>
                  <a:pt x="0" y="67074"/>
                </a:lnTo>
                <a:cubicBezTo>
                  <a:pt x="0" y="30030"/>
                  <a:pt x="30030" y="0"/>
                  <a:pt x="6707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65886" y="2146482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1" name="Shape 9"/>
          <p:cNvSpPr/>
          <p:nvPr/>
        </p:nvSpPr>
        <p:spPr>
          <a:xfrm>
            <a:off x="1633589" y="2314185"/>
            <a:ext cx="201243" cy="201243"/>
          </a:xfrm>
          <a:custGeom>
            <a:avLst/>
            <a:gdLst/>
            <a:ahLst/>
            <a:cxnLst/>
            <a:rect l="l" t="t" r="r" b="b"/>
            <a:pathLst>
              <a:path w="201243" h="201243">
                <a:moveTo>
                  <a:pt x="176088" y="100622"/>
                </a:moveTo>
                <a:cubicBezTo>
                  <a:pt x="176088" y="58971"/>
                  <a:pt x="142273" y="25155"/>
                  <a:pt x="100622" y="25155"/>
                </a:cubicBezTo>
                <a:cubicBezTo>
                  <a:pt x="58971" y="25155"/>
                  <a:pt x="25155" y="58971"/>
                  <a:pt x="25155" y="100622"/>
                </a:cubicBezTo>
                <a:cubicBezTo>
                  <a:pt x="25155" y="142273"/>
                  <a:pt x="58971" y="176088"/>
                  <a:pt x="100622" y="176088"/>
                </a:cubicBezTo>
                <a:cubicBezTo>
                  <a:pt x="142273" y="176088"/>
                  <a:pt x="176088" y="142273"/>
                  <a:pt x="176088" y="100622"/>
                </a:cubicBezTo>
                <a:close/>
                <a:moveTo>
                  <a:pt x="0" y="100622"/>
                </a:moveTo>
                <a:cubicBezTo>
                  <a:pt x="0" y="45087"/>
                  <a:pt x="45087" y="0"/>
                  <a:pt x="100622" y="0"/>
                </a:cubicBezTo>
                <a:cubicBezTo>
                  <a:pt x="156156" y="0"/>
                  <a:pt x="201243" y="45087"/>
                  <a:pt x="201243" y="100622"/>
                </a:cubicBezTo>
                <a:cubicBezTo>
                  <a:pt x="201243" y="156156"/>
                  <a:pt x="156156" y="201243"/>
                  <a:pt x="100622" y="201243"/>
                </a:cubicBezTo>
                <a:cubicBezTo>
                  <a:pt x="45087" y="201243"/>
                  <a:pt x="0" y="156156"/>
                  <a:pt x="0" y="100622"/>
                </a:cubicBezTo>
                <a:close/>
                <a:moveTo>
                  <a:pt x="100622" y="132066"/>
                </a:moveTo>
                <a:cubicBezTo>
                  <a:pt x="117976" y="132066"/>
                  <a:pt x="132066" y="117976"/>
                  <a:pt x="132066" y="100622"/>
                </a:cubicBezTo>
                <a:cubicBezTo>
                  <a:pt x="132066" y="83267"/>
                  <a:pt x="117976" y="69177"/>
                  <a:pt x="100622" y="69177"/>
                </a:cubicBezTo>
                <a:cubicBezTo>
                  <a:pt x="83267" y="69177"/>
                  <a:pt x="69177" y="83267"/>
                  <a:pt x="69177" y="100622"/>
                </a:cubicBezTo>
                <a:cubicBezTo>
                  <a:pt x="69177" y="117976"/>
                  <a:pt x="83267" y="132066"/>
                  <a:pt x="100622" y="132066"/>
                </a:cubicBezTo>
                <a:close/>
                <a:moveTo>
                  <a:pt x="100622" y="44022"/>
                </a:moveTo>
                <a:cubicBezTo>
                  <a:pt x="131860" y="44022"/>
                  <a:pt x="157221" y="69383"/>
                  <a:pt x="157221" y="100622"/>
                </a:cubicBezTo>
                <a:cubicBezTo>
                  <a:pt x="157221" y="131860"/>
                  <a:pt x="131860" y="157221"/>
                  <a:pt x="100622" y="157221"/>
                </a:cubicBezTo>
                <a:cubicBezTo>
                  <a:pt x="69383" y="157221"/>
                  <a:pt x="44022" y="131860"/>
                  <a:pt x="44022" y="100622"/>
                </a:cubicBezTo>
                <a:cubicBezTo>
                  <a:pt x="44022" y="69383"/>
                  <a:pt x="69383" y="44022"/>
                  <a:pt x="100622" y="44022"/>
                </a:cubicBezTo>
                <a:close/>
                <a:moveTo>
                  <a:pt x="88044" y="100622"/>
                </a:moveTo>
                <a:cubicBezTo>
                  <a:pt x="88044" y="93680"/>
                  <a:pt x="93680" y="88044"/>
                  <a:pt x="100622" y="88044"/>
                </a:cubicBezTo>
                <a:cubicBezTo>
                  <a:pt x="107564" y="88044"/>
                  <a:pt x="113199" y="93680"/>
                  <a:pt x="113199" y="100622"/>
                </a:cubicBezTo>
                <a:cubicBezTo>
                  <a:pt x="113199" y="107564"/>
                  <a:pt x="107564" y="113199"/>
                  <a:pt x="100622" y="113199"/>
                </a:cubicBezTo>
                <a:cubicBezTo>
                  <a:pt x="93680" y="113199"/>
                  <a:pt x="88044" y="107564"/>
                  <a:pt x="88044" y="100622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2" name="Text 10"/>
          <p:cNvSpPr/>
          <p:nvPr/>
        </p:nvSpPr>
        <p:spPr>
          <a:xfrm>
            <a:off x="692240" y="2783753"/>
            <a:ext cx="208790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0625" y="3085619"/>
            <a:ext cx="2071131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Propósito claro y ambicioso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69778" y="2590895"/>
            <a:ext cx="251554" cy="251554"/>
          </a:xfrm>
          <a:custGeom>
            <a:avLst/>
            <a:gdLst/>
            <a:ahLst/>
            <a:cxnLst/>
            <a:rect l="l" t="t" r="r" b="b"/>
            <a:pathLst>
              <a:path w="251554" h="251554">
                <a:moveTo>
                  <a:pt x="246936" y="136881"/>
                </a:moveTo>
                <a:cubicBezTo>
                  <a:pt x="253077" y="130739"/>
                  <a:pt x="253077" y="120766"/>
                  <a:pt x="246936" y="114624"/>
                </a:cubicBezTo>
                <a:lnTo>
                  <a:pt x="168325" y="36014"/>
                </a:lnTo>
                <a:cubicBezTo>
                  <a:pt x="162184" y="29872"/>
                  <a:pt x="152210" y="29872"/>
                  <a:pt x="146069" y="36014"/>
                </a:cubicBezTo>
                <a:cubicBezTo>
                  <a:pt x="139927" y="42155"/>
                  <a:pt x="139927" y="52129"/>
                  <a:pt x="146069" y="58270"/>
                </a:cubicBezTo>
                <a:lnTo>
                  <a:pt x="197853" y="110055"/>
                </a:lnTo>
                <a:lnTo>
                  <a:pt x="15722" y="110055"/>
                </a:lnTo>
                <a:cubicBezTo>
                  <a:pt x="7026" y="110055"/>
                  <a:pt x="0" y="117081"/>
                  <a:pt x="0" y="125777"/>
                </a:cubicBezTo>
                <a:cubicBezTo>
                  <a:pt x="0" y="134473"/>
                  <a:pt x="7026" y="141499"/>
                  <a:pt x="15722" y="141499"/>
                </a:cubicBezTo>
                <a:lnTo>
                  <a:pt x="197853" y="141499"/>
                </a:lnTo>
                <a:lnTo>
                  <a:pt x="146069" y="193284"/>
                </a:lnTo>
                <a:cubicBezTo>
                  <a:pt x="139927" y="199426"/>
                  <a:pt x="139927" y="209399"/>
                  <a:pt x="146069" y="215541"/>
                </a:cubicBezTo>
                <a:cubicBezTo>
                  <a:pt x="152210" y="221682"/>
                  <a:pt x="162184" y="221682"/>
                  <a:pt x="168325" y="215541"/>
                </a:cubicBezTo>
                <a:lnTo>
                  <a:pt x="246936" y="13693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5" name="Shape 13"/>
          <p:cNvSpPr/>
          <p:nvPr/>
        </p:nvSpPr>
        <p:spPr>
          <a:xfrm>
            <a:off x="3484843" y="1978779"/>
            <a:ext cx="2339455" cy="1475785"/>
          </a:xfrm>
          <a:custGeom>
            <a:avLst/>
            <a:gdLst/>
            <a:ahLst/>
            <a:cxnLst/>
            <a:rect l="l" t="t" r="r" b="b"/>
            <a:pathLst>
              <a:path w="2339455" h="1475785">
                <a:moveTo>
                  <a:pt x="67074" y="0"/>
                </a:moveTo>
                <a:lnTo>
                  <a:pt x="2272381" y="0"/>
                </a:lnTo>
                <a:cubicBezTo>
                  <a:pt x="2309425" y="0"/>
                  <a:pt x="2339455" y="30030"/>
                  <a:pt x="2339455" y="67074"/>
                </a:cubicBezTo>
                <a:lnTo>
                  <a:pt x="2339455" y="1408711"/>
                </a:lnTo>
                <a:cubicBezTo>
                  <a:pt x="2339455" y="1445755"/>
                  <a:pt x="2309425" y="1475785"/>
                  <a:pt x="2272381" y="1475785"/>
                </a:cubicBezTo>
                <a:lnTo>
                  <a:pt x="67074" y="1475785"/>
                </a:lnTo>
                <a:cubicBezTo>
                  <a:pt x="30030" y="1475785"/>
                  <a:pt x="0" y="1445755"/>
                  <a:pt x="0" y="1408711"/>
                </a:cubicBezTo>
                <a:lnTo>
                  <a:pt x="0" y="67074"/>
                </a:lnTo>
                <a:cubicBezTo>
                  <a:pt x="0" y="30030"/>
                  <a:pt x="30030" y="0"/>
                  <a:pt x="6707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84266" y="2146482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7125" y="2314185"/>
            <a:ext cx="150933" cy="201243"/>
          </a:xfrm>
          <a:custGeom>
            <a:avLst/>
            <a:gdLst/>
            <a:ahLst/>
            <a:cxnLst/>
            <a:rect l="l" t="t" r="r" b="b"/>
            <a:pathLst>
              <a:path w="150933" h="201243">
                <a:moveTo>
                  <a:pt x="75466" y="-12578"/>
                </a:moveTo>
                <a:cubicBezTo>
                  <a:pt x="117130" y="-12578"/>
                  <a:pt x="150933" y="21225"/>
                  <a:pt x="150933" y="62889"/>
                </a:cubicBezTo>
                <a:lnTo>
                  <a:pt x="150933" y="115361"/>
                </a:lnTo>
                <a:cubicBezTo>
                  <a:pt x="150933" y="122043"/>
                  <a:pt x="148260" y="128411"/>
                  <a:pt x="143582" y="133127"/>
                </a:cubicBezTo>
                <a:lnTo>
                  <a:pt x="125777" y="150933"/>
                </a:lnTo>
                <a:lnTo>
                  <a:pt x="145744" y="170860"/>
                </a:lnTo>
                <a:cubicBezTo>
                  <a:pt x="149085" y="174201"/>
                  <a:pt x="150933" y="178721"/>
                  <a:pt x="150933" y="183438"/>
                </a:cubicBezTo>
                <a:cubicBezTo>
                  <a:pt x="150933" y="193264"/>
                  <a:pt x="142954" y="201204"/>
                  <a:pt x="133167" y="201243"/>
                </a:cubicBezTo>
                <a:lnTo>
                  <a:pt x="17805" y="201243"/>
                </a:lnTo>
                <a:cubicBezTo>
                  <a:pt x="7979" y="201243"/>
                  <a:pt x="39" y="193264"/>
                  <a:pt x="39" y="183438"/>
                </a:cubicBezTo>
                <a:cubicBezTo>
                  <a:pt x="39" y="178721"/>
                  <a:pt x="1926" y="174201"/>
                  <a:pt x="5228" y="170860"/>
                </a:cubicBezTo>
                <a:lnTo>
                  <a:pt x="25155" y="150933"/>
                </a:lnTo>
                <a:lnTo>
                  <a:pt x="25155" y="137333"/>
                </a:lnTo>
                <a:cubicBezTo>
                  <a:pt x="25155" y="129983"/>
                  <a:pt x="28378" y="123026"/>
                  <a:pt x="33921" y="118231"/>
                </a:cubicBezTo>
                <a:lnTo>
                  <a:pt x="69177" y="88044"/>
                </a:lnTo>
                <a:lnTo>
                  <a:pt x="50311" y="88044"/>
                </a:lnTo>
                <a:lnTo>
                  <a:pt x="45555" y="92800"/>
                </a:lnTo>
                <a:cubicBezTo>
                  <a:pt x="40563" y="97792"/>
                  <a:pt x="33763" y="100622"/>
                  <a:pt x="26688" y="100622"/>
                </a:cubicBezTo>
                <a:cubicBezTo>
                  <a:pt x="11949" y="100622"/>
                  <a:pt x="0" y="88673"/>
                  <a:pt x="0" y="73933"/>
                </a:cubicBezTo>
                <a:lnTo>
                  <a:pt x="0" y="70514"/>
                </a:lnTo>
                <a:cubicBezTo>
                  <a:pt x="0" y="61552"/>
                  <a:pt x="3223" y="52866"/>
                  <a:pt x="9080" y="46027"/>
                </a:cubicBezTo>
                <a:lnTo>
                  <a:pt x="37733" y="12578"/>
                </a:lnTo>
                <a:lnTo>
                  <a:pt x="37733" y="0"/>
                </a:lnTo>
                <a:cubicBezTo>
                  <a:pt x="37733" y="-6957"/>
                  <a:pt x="43354" y="-12578"/>
                  <a:pt x="50311" y="-12578"/>
                </a:cubicBezTo>
                <a:lnTo>
                  <a:pt x="75466" y="-12578"/>
                </a:lnTo>
                <a:close/>
                <a:moveTo>
                  <a:pt x="62889" y="28300"/>
                </a:moveTo>
                <a:cubicBezTo>
                  <a:pt x="57682" y="28300"/>
                  <a:pt x="53455" y="32527"/>
                  <a:pt x="53455" y="37733"/>
                </a:cubicBezTo>
                <a:cubicBezTo>
                  <a:pt x="53455" y="42940"/>
                  <a:pt x="57682" y="47166"/>
                  <a:pt x="62889" y="47166"/>
                </a:cubicBezTo>
                <a:cubicBezTo>
                  <a:pt x="68095" y="47166"/>
                  <a:pt x="72322" y="42940"/>
                  <a:pt x="72322" y="37733"/>
                </a:cubicBezTo>
                <a:cubicBezTo>
                  <a:pt x="72322" y="32527"/>
                  <a:pt x="68095" y="28300"/>
                  <a:pt x="62889" y="28300"/>
                </a:cubicBez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18" name="Text 16"/>
          <p:cNvSpPr/>
          <p:nvPr/>
        </p:nvSpPr>
        <p:spPr>
          <a:xfrm>
            <a:off x="3610620" y="2783753"/>
            <a:ext cx="208790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9005" y="3085619"/>
            <a:ext cx="2071131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estrategias específicas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8158" y="2590895"/>
            <a:ext cx="251554" cy="251554"/>
          </a:xfrm>
          <a:custGeom>
            <a:avLst/>
            <a:gdLst/>
            <a:ahLst/>
            <a:cxnLst/>
            <a:rect l="l" t="t" r="r" b="b"/>
            <a:pathLst>
              <a:path w="251554" h="251554">
                <a:moveTo>
                  <a:pt x="246936" y="136881"/>
                </a:moveTo>
                <a:cubicBezTo>
                  <a:pt x="253077" y="130739"/>
                  <a:pt x="253077" y="120766"/>
                  <a:pt x="246936" y="114624"/>
                </a:cubicBezTo>
                <a:lnTo>
                  <a:pt x="168325" y="36014"/>
                </a:lnTo>
                <a:cubicBezTo>
                  <a:pt x="162184" y="29872"/>
                  <a:pt x="152210" y="29872"/>
                  <a:pt x="146069" y="36014"/>
                </a:cubicBezTo>
                <a:cubicBezTo>
                  <a:pt x="139927" y="42155"/>
                  <a:pt x="139927" y="52129"/>
                  <a:pt x="146069" y="58270"/>
                </a:cubicBezTo>
                <a:lnTo>
                  <a:pt x="197853" y="110055"/>
                </a:lnTo>
                <a:lnTo>
                  <a:pt x="15722" y="110055"/>
                </a:lnTo>
                <a:cubicBezTo>
                  <a:pt x="7026" y="110055"/>
                  <a:pt x="0" y="117081"/>
                  <a:pt x="0" y="125777"/>
                </a:cubicBezTo>
                <a:cubicBezTo>
                  <a:pt x="0" y="134473"/>
                  <a:pt x="7026" y="141499"/>
                  <a:pt x="15722" y="141499"/>
                </a:cubicBezTo>
                <a:lnTo>
                  <a:pt x="197853" y="141499"/>
                </a:lnTo>
                <a:lnTo>
                  <a:pt x="146069" y="193284"/>
                </a:lnTo>
                <a:cubicBezTo>
                  <a:pt x="139927" y="199426"/>
                  <a:pt x="139927" y="209399"/>
                  <a:pt x="146069" y="215541"/>
                </a:cubicBezTo>
                <a:cubicBezTo>
                  <a:pt x="152210" y="221682"/>
                  <a:pt x="162184" y="221682"/>
                  <a:pt x="168325" y="215541"/>
                </a:cubicBezTo>
                <a:lnTo>
                  <a:pt x="246936" y="13693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3223" y="1978779"/>
            <a:ext cx="2339455" cy="1475785"/>
          </a:xfrm>
          <a:custGeom>
            <a:avLst/>
            <a:gdLst/>
            <a:ahLst/>
            <a:cxnLst/>
            <a:rect l="l" t="t" r="r" b="b"/>
            <a:pathLst>
              <a:path w="2339455" h="1475785">
                <a:moveTo>
                  <a:pt x="67074" y="0"/>
                </a:moveTo>
                <a:lnTo>
                  <a:pt x="2272381" y="0"/>
                </a:lnTo>
                <a:cubicBezTo>
                  <a:pt x="2309425" y="0"/>
                  <a:pt x="2339455" y="30030"/>
                  <a:pt x="2339455" y="67074"/>
                </a:cubicBezTo>
                <a:lnTo>
                  <a:pt x="2339455" y="1408711"/>
                </a:lnTo>
                <a:cubicBezTo>
                  <a:pt x="2339455" y="1445755"/>
                  <a:pt x="2309425" y="1475785"/>
                  <a:pt x="2272381" y="1475785"/>
                </a:cubicBezTo>
                <a:lnTo>
                  <a:pt x="67074" y="1475785"/>
                </a:lnTo>
                <a:cubicBezTo>
                  <a:pt x="30030" y="1475785"/>
                  <a:pt x="0" y="1445755"/>
                  <a:pt x="0" y="1408711"/>
                </a:cubicBezTo>
                <a:lnTo>
                  <a:pt x="0" y="67074"/>
                </a:lnTo>
                <a:cubicBezTo>
                  <a:pt x="0" y="30030"/>
                  <a:pt x="30030" y="0"/>
                  <a:pt x="6707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02646" y="2146482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3" name="Shape 21"/>
          <p:cNvSpPr/>
          <p:nvPr/>
        </p:nvSpPr>
        <p:spPr>
          <a:xfrm>
            <a:off x="7457771" y="2314185"/>
            <a:ext cx="226399" cy="201243"/>
          </a:xfrm>
          <a:custGeom>
            <a:avLst/>
            <a:gdLst/>
            <a:ahLst/>
            <a:cxnLst/>
            <a:rect l="l" t="t" r="r" b="b"/>
            <a:pathLst>
              <a:path w="226399" h="201243">
                <a:moveTo>
                  <a:pt x="88083" y="38166"/>
                </a:moveTo>
                <a:lnTo>
                  <a:pt x="88083" y="57661"/>
                </a:lnTo>
                <a:lnTo>
                  <a:pt x="88280" y="57857"/>
                </a:lnTo>
                <a:cubicBezTo>
                  <a:pt x="90835" y="25470"/>
                  <a:pt x="117916" y="0"/>
                  <a:pt x="150972" y="0"/>
                </a:cubicBezTo>
                <a:cubicBezTo>
                  <a:pt x="158872" y="0"/>
                  <a:pt x="166458" y="1454"/>
                  <a:pt x="173415" y="4127"/>
                </a:cubicBezTo>
                <a:cubicBezTo>
                  <a:pt x="177346" y="5621"/>
                  <a:pt x="178053" y="10612"/>
                  <a:pt x="175105" y="13600"/>
                </a:cubicBezTo>
                <a:lnTo>
                  <a:pt x="140242" y="48464"/>
                </a:lnTo>
                <a:cubicBezTo>
                  <a:pt x="139062" y="49643"/>
                  <a:pt x="138394" y="51254"/>
                  <a:pt x="138394" y="52905"/>
                </a:cubicBezTo>
                <a:lnTo>
                  <a:pt x="138394" y="69177"/>
                </a:lnTo>
                <a:cubicBezTo>
                  <a:pt x="138394" y="72636"/>
                  <a:pt x="141224" y="75466"/>
                  <a:pt x="144683" y="75466"/>
                </a:cubicBezTo>
                <a:lnTo>
                  <a:pt x="160955" y="75466"/>
                </a:lnTo>
                <a:cubicBezTo>
                  <a:pt x="162606" y="75466"/>
                  <a:pt x="164218" y="74798"/>
                  <a:pt x="165397" y="73619"/>
                </a:cubicBezTo>
                <a:lnTo>
                  <a:pt x="200261" y="38755"/>
                </a:lnTo>
                <a:cubicBezTo>
                  <a:pt x="203248" y="35768"/>
                  <a:pt x="208240" y="36515"/>
                  <a:pt x="209733" y="40445"/>
                </a:cubicBezTo>
                <a:cubicBezTo>
                  <a:pt x="212406" y="47402"/>
                  <a:pt x="213860" y="54988"/>
                  <a:pt x="213860" y="62889"/>
                </a:cubicBezTo>
                <a:cubicBezTo>
                  <a:pt x="213860" y="86708"/>
                  <a:pt x="200615" y="107461"/>
                  <a:pt x="181041" y="118113"/>
                </a:cubicBezTo>
                <a:lnTo>
                  <a:pt x="213074" y="150146"/>
                </a:lnTo>
                <a:cubicBezTo>
                  <a:pt x="220424" y="157497"/>
                  <a:pt x="220424" y="169445"/>
                  <a:pt x="213074" y="176835"/>
                </a:cubicBezTo>
                <a:lnTo>
                  <a:pt x="189452" y="200457"/>
                </a:lnTo>
                <a:cubicBezTo>
                  <a:pt x="182102" y="207807"/>
                  <a:pt x="170153" y="207807"/>
                  <a:pt x="162764" y="200457"/>
                </a:cubicBezTo>
                <a:lnTo>
                  <a:pt x="113239" y="150933"/>
                </a:lnTo>
                <a:cubicBezTo>
                  <a:pt x="102469" y="140163"/>
                  <a:pt x="100032" y="124244"/>
                  <a:pt x="105967" y="111116"/>
                </a:cubicBezTo>
                <a:lnTo>
                  <a:pt x="70317" y="75466"/>
                </a:lnTo>
                <a:lnTo>
                  <a:pt x="50822" y="75466"/>
                </a:lnTo>
                <a:cubicBezTo>
                  <a:pt x="46616" y="75466"/>
                  <a:pt x="42686" y="73383"/>
                  <a:pt x="40367" y="69885"/>
                </a:cubicBezTo>
                <a:lnTo>
                  <a:pt x="9197" y="23151"/>
                </a:lnTo>
                <a:cubicBezTo>
                  <a:pt x="7547" y="20675"/>
                  <a:pt x="7861" y="17334"/>
                  <a:pt x="9984" y="15211"/>
                </a:cubicBezTo>
                <a:lnTo>
                  <a:pt x="27828" y="-2633"/>
                </a:lnTo>
                <a:cubicBezTo>
                  <a:pt x="29951" y="-4756"/>
                  <a:pt x="33252" y="-5070"/>
                  <a:pt x="35768" y="-3420"/>
                </a:cubicBezTo>
                <a:lnTo>
                  <a:pt x="82502" y="27710"/>
                </a:lnTo>
                <a:cubicBezTo>
                  <a:pt x="86000" y="30029"/>
                  <a:pt x="88083" y="33960"/>
                  <a:pt x="88083" y="38166"/>
                </a:cubicBezTo>
                <a:close/>
                <a:moveTo>
                  <a:pt x="84742" y="116580"/>
                </a:moveTo>
                <a:cubicBezTo>
                  <a:pt x="82266" y="131123"/>
                  <a:pt x="85686" y="146491"/>
                  <a:pt x="95119" y="158794"/>
                </a:cubicBezTo>
                <a:lnTo>
                  <a:pt x="57779" y="196094"/>
                </a:lnTo>
                <a:cubicBezTo>
                  <a:pt x="46734" y="207139"/>
                  <a:pt x="28811" y="207139"/>
                  <a:pt x="17766" y="196094"/>
                </a:cubicBezTo>
                <a:cubicBezTo>
                  <a:pt x="6721" y="185050"/>
                  <a:pt x="6721" y="167126"/>
                  <a:pt x="17766" y="156082"/>
                </a:cubicBezTo>
                <a:lnTo>
                  <a:pt x="70985" y="102862"/>
                </a:lnTo>
                <a:lnTo>
                  <a:pt x="84742" y="116619"/>
                </a:ln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24" name="Text 22"/>
          <p:cNvSpPr/>
          <p:nvPr/>
        </p:nvSpPr>
        <p:spPr>
          <a:xfrm>
            <a:off x="6529000" y="2783753"/>
            <a:ext cx="208790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385" y="3085619"/>
            <a:ext cx="2071131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mecanismos de gestión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06537" y="2590895"/>
            <a:ext cx="251554" cy="251554"/>
          </a:xfrm>
          <a:custGeom>
            <a:avLst/>
            <a:gdLst/>
            <a:ahLst/>
            <a:cxnLst/>
            <a:rect l="l" t="t" r="r" b="b"/>
            <a:pathLst>
              <a:path w="251554" h="251554">
                <a:moveTo>
                  <a:pt x="246936" y="136881"/>
                </a:moveTo>
                <a:cubicBezTo>
                  <a:pt x="253077" y="130739"/>
                  <a:pt x="253077" y="120766"/>
                  <a:pt x="246936" y="114624"/>
                </a:cubicBezTo>
                <a:lnTo>
                  <a:pt x="168325" y="36014"/>
                </a:lnTo>
                <a:cubicBezTo>
                  <a:pt x="162184" y="29872"/>
                  <a:pt x="152210" y="29872"/>
                  <a:pt x="146069" y="36014"/>
                </a:cubicBezTo>
                <a:cubicBezTo>
                  <a:pt x="139927" y="42155"/>
                  <a:pt x="139927" y="52129"/>
                  <a:pt x="146069" y="58270"/>
                </a:cubicBezTo>
                <a:lnTo>
                  <a:pt x="197853" y="110055"/>
                </a:lnTo>
                <a:lnTo>
                  <a:pt x="15722" y="110055"/>
                </a:lnTo>
                <a:cubicBezTo>
                  <a:pt x="7026" y="110055"/>
                  <a:pt x="0" y="117081"/>
                  <a:pt x="0" y="125777"/>
                </a:cubicBezTo>
                <a:cubicBezTo>
                  <a:pt x="0" y="134473"/>
                  <a:pt x="7026" y="141499"/>
                  <a:pt x="15722" y="141499"/>
                </a:cubicBezTo>
                <a:lnTo>
                  <a:pt x="197853" y="141499"/>
                </a:lnTo>
                <a:lnTo>
                  <a:pt x="146069" y="193284"/>
                </a:lnTo>
                <a:cubicBezTo>
                  <a:pt x="139927" y="199426"/>
                  <a:pt x="139927" y="209399"/>
                  <a:pt x="146069" y="215541"/>
                </a:cubicBezTo>
                <a:cubicBezTo>
                  <a:pt x="152210" y="221682"/>
                  <a:pt x="162184" y="221682"/>
                  <a:pt x="168325" y="215541"/>
                </a:cubicBezTo>
                <a:lnTo>
                  <a:pt x="246936" y="136930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7" name="Shape 25"/>
          <p:cNvSpPr/>
          <p:nvPr/>
        </p:nvSpPr>
        <p:spPr>
          <a:xfrm>
            <a:off x="9321602" y="1978779"/>
            <a:ext cx="2339455" cy="1475785"/>
          </a:xfrm>
          <a:custGeom>
            <a:avLst/>
            <a:gdLst/>
            <a:ahLst/>
            <a:cxnLst/>
            <a:rect l="l" t="t" r="r" b="b"/>
            <a:pathLst>
              <a:path w="2339455" h="1475785">
                <a:moveTo>
                  <a:pt x="67074" y="0"/>
                </a:moveTo>
                <a:lnTo>
                  <a:pt x="2272381" y="0"/>
                </a:lnTo>
                <a:cubicBezTo>
                  <a:pt x="2309425" y="0"/>
                  <a:pt x="2339455" y="30030"/>
                  <a:pt x="2339455" y="67074"/>
                </a:cubicBezTo>
                <a:lnTo>
                  <a:pt x="2339455" y="1408711"/>
                </a:lnTo>
                <a:cubicBezTo>
                  <a:pt x="2339455" y="1445755"/>
                  <a:pt x="2309425" y="1475785"/>
                  <a:pt x="2272381" y="1475785"/>
                </a:cubicBezTo>
                <a:lnTo>
                  <a:pt x="67074" y="1475785"/>
                </a:lnTo>
                <a:cubicBezTo>
                  <a:pt x="30030" y="1475785"/>
                  <a:pt x="0" y="1445755"/>
                  <a:pt x="0" y="1408711"/>
                </a:cubicBezTo>
                <a:lnTo>
                  <a:pt x="0" y="67074"/>
                </a:lnTo>
                <a:cubicBezTo>
                  <a:pt x="0" y="30030"/>
                  <a:pt x="30030" y="0"/>
                  <a:pt x="6707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221025" y="2146482"/>
            <a:ext cx="536649" cy="536649"/>
          </a:xfrm>
          <a:custGeom>
            <a:avLst/>
            <a:gdLst/>
            <a:ahLst/>
            <a:cxnLst/>
            <a:rect l="l" t="t" r="r" b="b"/>
            <a:pathLst>
              <a:path w="536649" h="536649">
                <a:moveTo>
                  <a:pt x="268325" y="0"/>
                </a:moveTo>
                <a:lnTo>
                  <a:pt x="268325" y="0"/>
                </a:lnTo>
                <a:cubicBezTo>
                  <a:pt x="416417" y="0"/>
                  <a:pt x="536649" y="120232"/>
                  <a:pt x="536649" y="268325"/>
                </a:cubicBezTo>
                <a:lnTo>
                  <a:pt x="536649" y="268325"/>
                </a:lnTo>
                <a:cubicBezTo>
                  <a:pt x="536649" y="416417"/>
                  <a:pt x="416417" y="536649"/>
                  <a:pt x="268325" y="536649"/>
                </a:cubicBezTo>
                <a:lnTo>
                  <a:pt x="268325" y="536649"/>
                </a:lnTo>
                <a:cubicBezTo>
                  <a:pt x="120232" y="536649"/>
                  <a:pt x="0" y="416417"/>
                  <a:pt x="0" y="268325"/>
                </a:cubicBezTo>
                <a:lnTo>
                  <a:pt x="0" y="268325"/>
                </a:lnTo>
                <a:cubicBezTo>
                  <a:pt x="0" y="120232"/>
                  <a:pt x="120232" y="0"/>
                  <a:pt x="268325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88728" y="2314185"/>
            <a:ext cx="201243" cy="201243"/>
          </a:xfrm>
          <a:custGeom>
            <a:avLst/>
            <a:gdLst/>
            <a:ahLst/>
            <a:cxnLst/>
            <a:rect l="l" t="t" r="r" b="b"/>
            <a:pathLst>
              <a:path w="201243" h="201243">
                <a:moveTo>
                  <a:pt x="25155" y="25155"/>
                </a:moveTo>
                <a:cubicBezTo>
                  <a:pt x="25155" y="18198"/>
                  <a:pt x="19535" y="12578"/>
                  <a:pt x="12578" y="12578"/>
                </a:cubicBezTo>
                <a:cubicBezTo>
                  <a:pt x="5621" y="12578"/>
                  <a:pt x="0" y="18198"/>
                  <a:pt x="0" y="25155"/>
                </a:cubicBezTo>
                <a:lnTo>
                  <a:pt x="0" y="157221"/>
                </a:lnTo>
                <a:cubicBezTo>
                  <a:pt x="0" y="174594"/>
                  <a:pt x="14071" y="188666"/>
                  <a:pt x="31444" y="188666"/>
                </a:cubicBezTo>
                <a:lnTo>
                  <a:pt x="188666" y="188666"/>
                </a:lnTo>
                <a:cubicBezTo>
                  <a:pt x="195623" y="188666"/>
                  <a:pt x="201243" y="183045"/>
                  <a:pt x="201243" y="176088"/>
                </a:cubicBezTo>
                <a:cubicBezTo>
                  <a:pt x="201243" y="169131"/>
                  <a:pt x="195623" y="163510"/>
                  <a:pt x="188666" y="163510"/>
                </a:cubicBezTo>
                <a:lnTo>
                  <a:pt x="31444" y="163510"/>
                </a:lnTo>
                <a:cubicBezTo>
                  <a:pt x="27985" y="163510"/>
                  <a:pt x="25155" y="160680"/>
                  <a:pt x="25155" y="157221"/>
                </a:cubicBezTo>
                <a:lnTo>
                  <a:pt x="25155" y="25155"/>
                </a:lnTo>
                <a:close/>
                <a:moveTo>
                  <a:pt x="184971" y="59194"/>
                </a:moveTo>
                <a:cubicBezTo>
                  <a:pt x="189884" y="54281"/>
                  <a:pt x="189884" y="46302"/>
                  <a:pt x="184971" y="41389"/>
                </a:cubicBezTo>
                <a:cubicBezTo>
                  <a:pt x="180058" y="36475"/>
                  <a:pt x="172079" y="36475"/>
                  <a:pt x="167166" y="41389"/>
                </a:cubicBezTo>
                <a:lnTo>
                  <a:pt x="125777" y="82816"/>
                </a:lnTo>
                <a:lnTo>
                  <a:pt x="103216" y="60294"/>
                </a:lnTo>
                <a:cubicBezTo>
                  <a:pt x="98303" y="55381"/>
                  <a:pt x="90324" y="55381"/>
                  <a:pt x="85411" y="60294"/>
                </a:cubicBezTo>
                <a:lnTo>
                  <a:pt x="47677" y="98028"/>
                </a:lnTo>
                <a:cubicBezTo>
                  <a:pt x="42764" y="102941"/>
                  <a:pt x="42764" y="110920"/>
                  <a:pt x="47677" y="115833"/>
                </a:cubicBezTo>
                <a:cubicBezTo>
                  <a:pt x="52591" y="120746"/>
                  <a:pt x="60570" y="120746"/>
                  <a:pt x="65483" y="115833"/>
                </a:cubicBezTo>
                <a:lnTo>
                  <a:pt x="94333" y="86983"/>
                </a:lnTo>
                <a:lnTo>
                  <a:pt x="116894" y="109544"/>
                </a:lnTo>
                <a:cubicBezTo>
                  <a:pt x="121807" y="114457"/>
                  <a:pt x="129786" y="114457"/>
                  <a:pt x="134699" y="109544"/>
                </a:cubicBezTo>
                <a:lnTo>
                  <a:pt x="185010" y="59233"/>
                </a:ln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30" name="Text 28"/>
          <p:cNvSpPr/>
          <p:nvPr/>
        </p:nvSpPr>
        <p:spPr>
          <a:xfrm>
            <a:off x="9447379" y="2783753"/>
            <a:ext cx="2087901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55764" y="3085619"/>
            <a:ext cx="2071131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Ejecución medible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9133" y="3827238"/>
            <a:ext cx="5667426" cy="3026105"/>
          </a:xfrm>
          <a:custGeom>
            <a:avLst/>
            <a:gdLst/>
            <a:ahLst/>
            <a:cxnLst/>
            <a:rect l="l" t="t" r="r" b="b"/>
            <a:pathLst>
              <a:path w="5667426" h="3026105">
                <a:moveTo>
                  <a:pt x="100618" y="0"/>
                </a:moveTo>
                <a:lnTo>
                  <a:pt x="5566808" y="0"/>
                </a:lnTo>
                <a:cubicBezTo>
                  <a:pt x="5622378" y="0"/>
                  <a:pt x="5667426" y="45048"/>
                  <a:pt x="5667426" y="100618"/>
                </a:cubicBezTo>
                <a:lnTo>
                  <a:pt x="5667426" y="2925487"/>
                </a:lnTo>
                <a:cubicBezTo>
                  <a:pt x="5667426" y="2981057"/>
                  <a:pt x="5622378" y="3026105"/>
                  <a:pt x="5566808" y="3026105"/>
                </a:cubicBezTo>
                <a:lnTo>
                  <a:pt x="100618" y="3026105"/>
                </a:lnTo>
                <a:cubicBezTo>
                  <a:pt x="45048" y="3026105"/>
                  <a:pt x="0" y="2981057"/>
                  <a:pt x="0" y="2925487"/>
                </a:cubicBezTo>
                <a:lnTo>
                  <a:pt x="0" y="100618"/>
                </a:lnTo>
                <a:cubicBezTo>
                  <a:pt x="0" y="45085"/>
                  <a:pt x="45085" y="0"/>
                  <a:pt x="10061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5066" y="4082403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110055" y="115296"/>
                </a:moveTo>
                <a:cubicBezTo>
                  <a:pt x="141892" y="115296"/>
                  <a:pt x="167703" y="89485"/>
                  <a:pt x="167703" y="57648"/>
                </a:cubicBezTo>
                <a:cubicBezTo>
                  <a:pt x="167703" y="25811"/>
                  <a:pt x="141892" y="0"/>
                  <a:pt x="110055" y="0"/>
                </a:cubicBezTo>
                <a:cubicBezTo>
                  <a:pt x="78218" y="0"/>
                  <a:pt x="52407" y="25811"/>
                  <a:pt x="52407" y="57648"/>
                </a:cubicBezTo>
                <a:cubicBezTo>
                  <a:pt x="52407" y="63773"/>
                  <a:pt x="53357" y="69702"/>
                  <a:pt x="55126" y="75237"/>
                </a:cubicBezTo>
                <a:lnTo>
                  <a:pt x="2293" y="128070"/>
                </a:lnTo>
                <a:cubicBezTo>
                  <a:pt x="819" y="129544"/>
                  <a:pt x="0" y="131542"/>
                  <a:pt x="0" y="133638"/>
                </a:cubicBezTo>
                <a:lnTo>
                  <a:pt x="0" y="159842"/>
                </a:lnTo>
                <a:cubicBezTo>
                  <a:pt x="0" y="164198"/>
                  <a:pt x="3505" y="167703"/>
                  <a:pt x="7861" y="167703"/>
                </a:cubicBezTo>
                <a:lnTo>
                  <a:pt x="34065" y="167703"/>
                </a:lnTo>
                <a:cubicBezTo>
                  <a:pt x="38421" y="167703"/>
                  <a:pt x="41926" y="164198"/>
                  <a:pt x="41926" y="159842"/>
                </a:cubicBezTo>
                <a:lnTo>
                  <a:pt x="41926" y="146740"/>
                </a:lnTo>
                <a:lnTo>
                  <a:pt x="55028" y="146740"/>
                </a:lnTo>
                <a:cubicBezTo>
                  <a:pt x="59384" y="146740"/>
                  <a:pt x="62889" y="143235"/>
                  <a:pt x="62889" y="138879"/>
                </a:cubicBezTo>
                <a:lnTo>
                  <a:pt x="62889" y="125777"/>
                </a:lnTo>
                <a:lnTo>
                  <a:pt x="75990" y="125777"/>
                </a:lnTo>
                <a:cubicBezTo>
                  <a:pt x="78087" y="125777"/>
                  <a:pt x="80085" y="124958"/>
                  <a:pt x="81559" y="123484"/>
                </a:cubicBezTo>
                <a:lnTo>
                  <a:pt x="92466" y="112577"/>
                </a:lnTo>
                <a:cubicBezTo>
                  <a:pt x="98001" y="114346"/>
                  <a:pt x="103930" y="115296"/>
                  <a:pt x="110055" y="115296"/>
                </a:cubicBezTo>
                <a:close/>
                <a:moveTo>
                  <a:pt x="123157" y="31444"/>
                </a:moveTo>
                <a:cubicBezTo>
                  <a:pt x="130388" y="31444"/>
                  <a:pt x="136259" y="37315"/>
                  <a:pt x="136259" y="44546"/>
                </a:cubicBezTo>
                <a:cubicBezTo>
                  <a:pt x="136259" y="51777"/>
                  <a:pt x="130388" y="57648"/>
                  <a:pt x="123157" y="57648"/>
                </a:cubicBezTo>
                <a:cubicBezTo>
                  <a:pt x="115926" y="57648"/>
                  <a:pt x="110055" y="51777"/>
                  <a:pt x="110055" y="44546"/>
                </a:cubicBezTo>
                <a:cubicBezTo>
                  <a:pt x="110055" y="37315"/>
                  <a:pt x="115926" y="31444"/>
                  <a:pt x="123157" y="31444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4" name="Text 32"/>
          <p:cNvSpPr/>
          <p:nvPr/>
        </p:nvSpPr>
        <p:spPr>
          <a:xfrm>
            <a:off x="753731" y="4032206"/>
            <a:ext cx="5148479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Factores de Éxito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4103" y="4468119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167703" y="0"/>
                </a:moveTo>
                <a:lnTo>
                  <a:pt x="167703" y="0"/>
                </a:lnTo>
                <a:cubicBezTo>
                  <a:pt x="260261" y="0"/>
                  <a:pt x="335406" y="75145"/>
                  <a:pt x="335406" y="167703"/>
                </a:cubicBezTo>
                <a:lnTo>
                  <a:pt x="335406" y="167703"/>
                </a:lnTo>
                <a:cubicBezTo>
                  <a:pt x="335406" y="260261"/>
                  <a:pt x="260261" y="335406"/>
                  <a:pt x="167703" y="335406"/>
                </a:cubicBezTo>
                <a:lnTo>
                  <a:pt x="167703" y="335406"/>
                </a:lnTo>
                <a:cubicBezTo>
                  <a:pt x="75145" y="335406"/>
                  <a:pt x="0" y="260261"/>
                  <a:pt x="0" y="167703"/>
                </a:cubicBezTo>
                <a:lnTo>
                  <a:pt x="0" y="167703"/>
                </a:lnTo>
                <a:cubicBezTo>
                  <a:pt x="0" y="75145"/>
                  <a:pt x="75145" y="0"/>
                  <a:pt x="167703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35" y="4535200"/>
            <a:ext cx="11739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0130" y="4468119"/>
            <a:ext cx="225560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Alineación Total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0130" y="4702903"/>
            <a:ext cx="224721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Desde la misión hasta KPIs operativos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4103" y="5004768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167703" y="0"/>
                </a:moveTo>
                <a:lnTo>
                  <a:pt x="167703" y="0"/>
                </a:lnTo>
                <a:cubicBezTo>
                  <a:pt x="260261" y="0"/>
                  <a:pt x="335406" y="75145"/>
                  <a:pt x="335406" y="167703"/>
                </a:cubicBezTo>
                <a:lnTo>
                  <a:pt x="335406" y="167703"/>
                </a:lnTo>
                <a:cubicBezTo>
                  <a:pt x="335406" y="260261"/>
                  <a:pt x="260261" y="335406"/>
                  <a:pt x="167703" y="335406"/>
                </a:cubicBezTo>
                <a:lnTo>
                  <a:pt x="167703" y="335406"/>
                </a:lnTo>
                <a:cubicBezTo>
                  <a:pt x="75145" y="335406"/>
                  <a:pt x="0" y="260261"/>
                  <a:pt x="0" y="167703"/>
                </a:cubicBezTo>
                <a:lnTo>
                  <a:pt x="0" y="167703"/>
                </a:lnTo>
                <a:cubicBezTo>
                  <a:pt x="0" y="75145"/>
                  <a:pt x="75145" y="0"/>
                  <a:pt x="167703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0" name="Text 38"/>
          <p:cNvSpPr/>
          <p:nvPr/>
        </p:nvSpPr>
        <p:spPr>
          <a:xfrm>
            <a:off x="677799" y="5071850"/>
            <a:ext cx="13416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80130" y="5004768"/>
            <a:ext cx="2490388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Medibilidad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0130" y="5239552"/>
            <a:ext cx="2482003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Todos los objetivos tienen métricas claras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4103" y="5541418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167703" y="0"/>
                </a:moveTo>
                <a:lnTo>
                  <a:pt x="167703" y="0"/>
                </a:lnTo>
                <a:cubicBezTo>
                  <a:pt x="260261" y="0"/>
                  <a:pt x="335406" y="75145"/>
                  <a:pt x="335406" y="167703"/>
                </a:cubicBezTo>
                <a:lnTo>
                  <a:pt x="335406" y="167703"/>
                </a:lnTo>
                <a:cubicBezTo>
                  <a:pt x="335406" y="260261"/>
                  <a:pt x="260261" y="335406"/>
                  <a:pt x="167703" y="335406"/>
                </a:cubicBezTo>
                <a:lnTo>
                  <a:pt x="167703" y="335406"/>
                </a:lnTo>
                <a:cubicBezTo>
                  <a:pt x="75145" y="335406"/>
                  <a:pt x="0" y="260261"/>
                  <a:pt x="0" y="167703"/>
                </a:cubicBezTo>
                <a:lnTo>
                  <a:pt x="0" y="167703"/>
                </a:lnTo>
                <a:cubicBezTo>
                  <a:pt x="0" y="75145"/>
                  <a:pt x="75145" y="0"/>
                  <a:pt x="167703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4" name="Text 42"/>
          <p:cNvSpPr/>
          <p:nvPr/>
        </p:nvSpPr>
        <p:spPr>
          <a:xfrm>
            <a:off x="678381" y="5608499"/>
            <a:ext cx="134162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1A1D24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80130" y="5541418"/>
            <a:ext cx="2247219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Adaptabilidad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80130" y="5776202"/>
            <a:ext cx="2238834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Flexibilidad para diferentes mercados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4510" y="3827238"/>
            <a:ext cx="5667426" cy="3026105"/>
          </a:xfrm>
          <a:custGeom>
            <a:avLst/>
            <a:gdLst/>
            <a:ahLst/>
            <a:cxnLst/>
            <a:rect l="l" t="t" r="r" b="b"/>
            <a:pathLst>
              <a:path w="5667426" h="3026105">
                <a:moveTo>
                  <a:pt x="100618" y="0"/>
                </a:moveTo>
                <a:lnTo>
                  <a:pt x="5566808" y="0"/>
                </a:lnTo>
                <a:cubicBezTo>
                  <a:pt x="5622378" y="0"/>
                  <a:pt x="5667426" y="45048"/>
                  <a:pt x="5667426" y="100618"/>
                </a:cubicBezTo>
                <a:lnTo>
                  <a:pt x="5667426" y="2925487"/>
                </a:lnTo>
                <a:cubicBezTo>
                  <a:pt x="5667426" y="2981057"/>
                  <a:pt x="5622378" y="3026105"/>
                  <a:pt x="5566808" y="3026105"/>
                </a:cubicBezTo>
                <a:lnTo>
                  <a:pt x="100618" y="3026105"/>
                </a:lnTo>
                <a:cubicBezTo>
                  <a:pt x="45048" y="3026105"/>
                  <a:pt x="0" y="2981057"/>
                  <a:pt x="0" y="2925487"/>
                </a:cubicBezTo>
                <a:lnTo>
                  <a:pt x="0" y="100618"/>
                </a:lnTo>
                <a:cubicBezTo>
                  <a:pt x="0" y="45085"/>
                  <a:pt x="45085" y="0"/>
                  <a:pt x="10061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0443" y="4082403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47265" y="0"/>
                </a:moveTo>
                <a:lnTo>
                  <a:pt x="120635" y="0"/>
                </a:lnTo>
                <a:cubicBezTo>
                  <a:pt x="129315" y="0"/>
                  <a:pt x="136390" y="7140"/>
                  <a:pt x="136062" y="15788"/>
                </a:cubicBezTo>
                <a:cubicBezTo>
                  <a:pt x="135997" y="17524"/>
                  <a:pt x="135931" y="19260"/>
                  <a:pt x="135833" y="20963"/>
                </a:cubicBezTo>
                <a:lnTo>
                  <a:pt x="152079" y="20963"/>
                </a:lnTo>
                <a:cubicBezTo>
                  <a:pt x="160628" y="20963"/>
                  <a:pt x="168161" y="28038"/>
                  <a:pt x="167506" y="37275"/>
                </a:cubicBezTo>
                <a:cubicBezTo>
                  <a:pt x="165050" y="71241"/>
                  <a:pt x="147690" y="89911"/>
                  <a:pt x="128856" y="99672"/>
                </a:cubicBezTo>
                <a:cubicBezTo>
                  <a:pt x="123681" y="102358"/>
                  <a:pt x="118407" y="104356"/>
                  <a:pt x="113396" y="105830"/>
                </a:cubicBezTo>
                <a:cubicBezTo>
                  <a:pt x="106780" y="115197"/>
                  <a:pt x="99901" y="120143"/>
                  <a:pt x="94431" y="122797"/>
                </a:cubicBezTo>
                <a:lnTo>
                  <a:pt x="94431" y="146740"/>
                </a:lnTo>
                <a:lnTo>
                  <a:pt x="115394" y="146740"/>
                </a:lnTo>
                <a:cubicBezTo>
                  <a:pt x="121192" y="146740"/>
                  <a:pt x="125875" y="151424"/>
                  <a:pt x="125875" y="157221"/>
                </a:cubicBezTo>
                <a:cubicBezTo>
                  <a:pt x="125875" y="163019"/>
                  <a:pt x="121192" y="167703"/>
                  <a:pt x="115394" y="167703"/>
                </a:cubicBezTo>
                <a:lnTo>
                  <a:pt x="52505" y="167703"/>
                </a:lnTo>
                <a:cubicBezTo>
                  <a:pt x="46708" y="167703"/>
                  <a:pt x="42024" y="163019"/>
                  <a:pt x="42024" y="157221"/>
                </a:cubicBezTo>
                <a:cubicBezTo>
                  <a:pt x="42024" y="151424"/>
                  <a:pt x="46708" y="146740"/>
                  <a:pt x="52505" y="146740"/>
                </a:cubicBezTo>
                <a:lnTo>
                  <a:pt x="73468" y="146740"/>
                </a:lnTo>
                <a:lnTo>
                  <a:pt x="73468" y="122797"/>
                </a:lnTo>
                <a:cubicBezTo>
                  <a:pt x="68228" y="120274"/>
                  <a:pt x="61709" y="115591"/>
                  <a:pt x="55355" y="106976"/>
                </a:cubicBezTo>
                <a:cubicBezTo>
                  <a:pt x="49328" y="105404"/>
                  <a:pt x="42777" y="103013"/>
                  <a:pt x="36390" y="99410"/>
                </a:cubicBezTo>
                <a:cubicBezTo>
                  <a:pt x="18670" y="89485"/>
                  <a:pt x="2686" y="70782"/>
                  <a:pt x="393" y="37209"/>
                </a:cubicBezTo>
                <a:cubicBezTo>
                  <a:pt x="-229" y="28005"/>
                  <a:pt x="7271" y="20930"/>
                  <a:pt x="15820" y="20930"/>
                </a:cubicBezTo>
                <a:lnTo>
                  <a:pt x="32067" y="20930"/>
                </a:lnTo>
                <a:cubicBezTo>
                  <a:pt x="31968" y="19227"/>
                  <a:pt x="31903" y="17524"/>
                  <a:pt x="31837" y="15755"/>
                </a:cubicBezTo>
                <a:cubicBezTo>
                  <a:pt x="31510" y="7075"/>
                  <a:pt x="38585" y="-33"/>
                  <a:pt x="47265" y="-33"/>
                </a:cubicBezTo>
                <a:close/>
                <a:moveTo>
                  <a:pt x="33246" y="36685"/>
                </a:moveTo>
                <a:lnTo>
                  <a:pt x="16082" y="36685"/>
                </a:lnTo>
                <a:cubicBezTo>
                  <a:pt x="18113" y="64428"/>
                  <a:pt x="30855" y="78316"/>
                  <a:pt x="43989" y="85686"/>
                </a:cubicBezTo>
                <a:cubicBezTo>
                  <a:pt x="39273" y="73468"/>
                  <a:pt x="35375" y="57517"/>
                  <a:pt x="33246" y="36685"/>
                </a:cubicBezTo>
                <a:close/>
                <a:moveTo>
                  <a:pt x="124467" y="84113"/>
                </a:moveTo>
                <a:cubicBezTo>
                  <a:pt x="137733" y="76318"/>
                  <a:pt x="149721" y="62463"/>
                  <a:pt x="151751" y="36685"/>
                </a:cubicBezTo>
                <a:lnTo>
                  <a:pt x="134621" y="36685"/>
                </a:lnTo>
                <a:cubicBezTo>
                  <a:pt x="132590" y="56632"/>
                  <a:pt x="128922" y="72125"/>
                  <a:pt x="124467" y="84113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49" name="Text 47"/>
          <p:cNvSpPr/>
          <p:nvPr/>
        </p:nvSpPr>
        <p:spPr>
          <a:xfrm>
            <a:off x="6599109" y="4032206"/>
            <a:ext cx="5148479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F7FAF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Resultados Tangibles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9480" y="4468119"/>
            <a:ext cx="5257486" cy="469568"/>
          </a:xfrm>
          <a:custGeom>
            <a:avLst/>
            <a:gdLst/>
            <a:ahLst/>
            <a:cxnLst/>
            <a:rect l="l" t="t" r="r" b="b"/>
            <a:pathLst>
              <a:path w="5257486" h="469568">
                <a:moveTo>
                  <a:pt x="67082" y="0"/>
                </a:moveTo>
                <a:lnTo>
                  <a:pt x="5190403" y="0"/>
                </a:lnTo>
                <a:cubicBezTo>
                  <a:pt x="5227452" y="0"/>
                  <a:pt x="5257486" y="30034"/>
                  <a:pt x="5257486" y="67082"/>
                </a:cubicBezTo>
                <a:lnTo>
                  <a:pt x="5257486" y="402486"/>
                </a:lnTo>
                <a:cubicBezTo>
                  <a:pt x="5257486" y="439534"/>
                  <a:pt x="5227452" y="469568"/>
                  <a:pt x="5190403" y="469568"/>
                </a:cubicBezTo>
                <a:lnTo>
                  <a:pt x="67082" y="469568"/>
                </a:lnTo>
                <a:cubicBezTo>
                  <a:pt x="30059" y="469568"/>
                  <a:pt x="0" y="439509"/>
                  <a:pt x="0" y="402486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90102" y="4602167"/>
            <a:ext cx="100621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Presencia global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32209" y="4568741"/>
            <a:ext cx="821744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19 países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9480" y="5038194"/>
            <a:ext cx="5257486" cy="469568"/>
          </a:xfrm>
          <a:custGeom>
            <a:avLst/>
            <a:gdLst/>
            <a:ahLst/>
            <a:cxnLst/>
            <a:rect l="l" t="t" r="r" b="b"/>
            <a:pathLst>
              <a:path w="5257486" h="469568">
                <a:moveTo>
                  <a:pt x="67082" y="0"/>
                </a:moveTo>
                <a:lnTo>
                  <a:pt x="5190403" y="0"/>
                </a:lnTo>
                <a:cubicBezTo>
                  <a:pt x="5227452" y="0"/>
                  <a:pt x="5257486" y="30034"/>
                  <a:pt x="5257486" y="67082"/>
                </a:cubicBezTo>
                <a:lnTo>
                  <a:pt x="5257486" y="402486"/>
                </a:lnTo>
                <a:cubicBezTo>
                  <a:pt x="5257486" y="439534"/>
                  <a:pt x="5227452" y="469568"/>
                  <a:pt x="5190403" y="469568"/>
                </a:cubicBezTo>
                <a:lnTo>
                  <a:pt x="67082" y="469568"/>
                </a:lnTo>
                <a:cubicBezTo>
                  <a:pt x="30059" y="469568"/>
                  <a:pt x="0" y="439509"/>
                  <a:pt x="0" y="402486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90102" y="5172234"/>
            <a:ext cx="1048143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Posición mundial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103678" y="5138816"/>
            <a:ext cx="545034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Top 3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9480" y="5608261"/>
            <a:ext cx="5257486" cy="469568"/>
          </a:xfrm>
          <a:custGeom>
            <a:avLst/>
            <a:gdLst/>
            <a:ahLst/>
            <a:cxnLst/>
            <a:rect l="l" t="t" r="r" b="b"/>
            <a:pathLst>
              <a:path w="5257486" h="469568">
                <a:moveTo>
                  <a:pt x="67082" y="0"/>
                </a:moveTo>
                <a:lnTo>
                  <a:pt x="5190403" y="0"/>
                </a:lnTo>
                <a:cubicBezTo>
                  <a:pt x="5227452" y="0"/>
                  <a:pt x="5257486" y="30034"/>
                  <a:pt x="5257486" y="67082"/>
                </a:cubicBezTo>
                <a:lnTo>
                  <a:pt x="5257486" y="402486"/>
                </a:lnTo>
                <a:cubicBezTo>
                  <a:pt x="5257486" y="439534"/>
                  <a:pt x="5227452" y="469568"/>
                  <a:pt x="5190403" y="469568"/>
                </a:cubicBezTo>
                <a:lnTo>
                  <a:pt x="67082" y="469568"/>
                </a:lnTo>
                <a:cubicBezTo>
                  <a:pt x="30059" y="469568"/>
                  <a:pt x="0" y="439509"/>
                  <a:pt x="0" y="402486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90102" y="5742309"/>
            <a:ext cx="1190691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Crecimiento lealtad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17188" y="5708883"/>
            <a:ext cx="536649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300%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89480" y="6178337"/>
            <a:ext cx="5257486" cy="469568"/>
          </a:xfrm>
          <a:custGeom>
            <a:avLst/>
            <a:gdLst/>
            <a:ahLst/>
            <a:cxnLst/>
            <a:rect l="l" t="t" r="r" b="b"/>
            <a:pathLst>
              <a:path w="5257486" h="469568">
                <a:moveTo>
                  <a:pt x="67082" y="0"/>
                </a:moveTo>
                <a:lnTo>
                  <a:pt x="5190403" y="0"/>
                </a:lnTo>
                <a:cubicBezTo>
                  <a:pt x="5227452" y="0"/>
                  <a:pt x="5257486" y="30034"/>
                  <a:pt x="5257486" y="67082"/>
                </a:cubicBezTo>
                <a:lnTo>
                  <a:pt x="5257486" y="402486"/>
                </a:lnTo>
                <a:cubicBezTo>
                  <a:pt x="5257486" y="439534"/>
                  <a:pt x="5227452" y="469568"/>
                  <a:pt x="5190403" y="469568"/>
                </a:cubicBezTo>
                <a:lnTo>
                  <a:pt x="67082" y="469568"/>
                </a:lnTo>
                <a:cubicBezTo>
                  <a:pt x="30059" y="469568"/>
                  <a:pt x="0" y="439509"/>
                  <a:pt x="0" y="402486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90102" y="6312384"/>
            <a:ext cx="1316468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Contribución dulcería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28057" y="6278958"/>
            <a:ext cx="419257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5" b="1" dirty="0">
                <a:solidFill>
                  <a:srgbClr val="C5A05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60%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celluloidjunkie.com/32b021b818dc46ac41df3893363ecb4350b4edf0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9" r="9" t="0" b="0"/>
          <a:stretch/>
        </p:blipFill>
        <p:spPr>
          <a:xfrm>
            <a:off x="0" y="0"/>
            <a:ext cx="12192000" cy="685917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178"/>
          </a:xfrm>
          <a:custGeom>
            <a:avLst/>
            <a:gdLst/>
            <a:ahLst/>
            <a:cxnLst/>
            <a:rect l="l" t="t" r="r" b="b"/>
            <a:pathLst>
              <a:path w="12192000" h="6859178">
                <a:moveTo>
                  <a:pt x="0" y="0"/>
                </a:moveTo>
                <a:lnTo>
                  <a:pt x="12192000" y="0"/>
                </a:lnTo>
                <a:lnTo>
                  <a:pt x="12192000" y="6859178"/>
                </a:lnTo>
                <a:lnTo>
                  <a:pt x="0" y="68591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4794" y="-36639"/>
            <a:ext cx="904507" cy="904507"/>
          </a:xfrm>
          <a:custGeom>
            <a:avLst/>
            <a:gdLst/>
            <a:ahLst/>
            <a:cxnLst/>
            <a:rect l="l" t="t" r="r" b="b"/>
            <a:pathLst>
              <a:path w="904507" h="904507">
                <a:moveTo>
                  <a:pt x="452253" y="0"/>
                </a:moveTo>
                <a:lnTo>
                  <a:pt x="452253" y="0"/>
                </a:lnTo>
                <a:cubicBezTo>
                  <a:pt x="702026" y="0"/>
                  <a:pt x="904507" y="202481"/>
                  <a:pt x="904507" y="452253"/>
                </a:cubicBezTo>
                <a:lnTo>
                  <a:pt x="904507" y="452253"/>
                </a:lnTo>
                <a:cubicBezTo>
                  <a:pt x="904507" y="702026"/>
                  <a:pt x="702026" y="904507"/>
                  <a:pt x="452253" y="904507"/>
                </a:cubicBezTo>
                <a:lnTo>
                  <a:pt x="452253" y="904507"/>
                </a:lnTo>
                <a:cubicBezTo>
                  <a:pt x="202481" y="904507"/>
                  <a:pt x="0" y="702026"/>
                  <a:pt x="0" y="452253"/>
                </a:cubicBezTo>
                <a:lnTo>
                  <a:pt x="0" y="452253"/>
                </a:lnTo>
                <a:cubicBezTo>
                  <a:pt x="0" y="202481"/>
                  <a:pt x="202481" y="0"/>
                  <a:pt x="452253" y="0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5" name="Shape 2"/>
          <p:cNvSpPr/>
          <p:nvPr/>
        </p:nvSpPr>
        <p:spPr>
          <a:xfrm>
            <a:off x="5906253" y="246020"/>
            <a:ext cx="381589" cy="339190"/>
          </a:xfrm>
          <a:custGeom>
            <a:avLst/>
            <a:gdLst/>
            <a:ahLst/>
            <a:cxnLst/>
            <a:rect l="l" t="t" r="r" b="b"/>
            <a:pathLst>
              <a:path w="381589" h="339190">
                <a:moveTo>
                  <a:pt x="205038" y="-12521"/>
                </a:moveTo>
                <a:cubicBezTo>
                  <a:pt x="202322" y="-17821"/>
                  <a:pt x="196823" y="-21199"/>
                  <a:pt x="190861" y="-21199"/>
                </a:cubicBezTo>
                <a:cubicBezTo>
                  <a:pt x="184898" y="-21199"/>
                  <a:pt x="179400" y="-17821"/>
                  <a:pt x="176684" y="-12521"/>
                </a:cubicBezTo>
                <a:lnTo>
                  <a:pt x="127925" y="83009"/>
                </a:lnTo>
                <a:lnTo>
                  <a:pt x="21994" y="99836"/>
                </a:lnTo>
                <a:cubicBezTo>
                  <a:pt x="16098" y="100763"/>
                  <a:pt x="11196" y="104937"/>
                  <a:pt x="9341" y="110634"/>
                </a:cubicBezTo>
                <a:cubicBezTo>
                  <a:pt x="7486" y="116332"/>
                  <a:pt x="9010" y="122559"/>
                  <a:pt x="13183" y="126799"/>
                </a:cubicBezTo>
                <a:lnTo>
                  <a:pt x="88971" y="202653"/>
                </a:lnTo>
                <a:lnTo>
                  <a:pt x="72277" y="308584"/>
                </a:lnTo>
                <a:cubicBezTo>
                  <a:pt x="71349" y="314480"/>
                  <a:pt x="73800" y="320442"/>
                  <a:pt x="78636" y="323953"/>
                </a:cubicBezTo>
                <a:cubicBezTo>
                  <a:pt x="83473" y="327464"/>
                  <a:pt x="89832" y="327994"/>
                  <a:pt x="95198" y="325278"/>
                </a:cubicBezTo>
                <a:lnTo>
                  <a:pt x="190861" y="276652"/>
                </a:lnTo>
                <a:lnTo>
                  <a:pt x="286457" y="325278"/>
                </a:lnTo>
                <a:cubicBezTo>
                  <a:pt x="291756" y="327994"/>
                  <a:pt x="298183" y="327464"/>
                  <a:pt x="303019" y="323953"/>
                </a:cubicBezTo>
                <a:cubicBezTo>
                  <a:pt x="307855" y="320442"/>
                  <a:pt x="310306" y="314546"/>
                  <a:pt x="309378" y="308584"/>
                </a:cubicBezTo>
                <a:lnTo>
                  <a:pt x="292618" y="202653"/>
                </a:lnTo>
                <a:lnTo>
                  <a:pt x="368406" y="126799"/>
                </a:lnTo>
                <a:cubicBezTo>
                  <a:pt x="372645" y="122559"/>
                  <a:pt x="374103" y="116332"/>
                  <a:pt x="372248" y="110634"/>
                </a:cubicBezTo>
                <a:cubicBezTo>
                  <a:pt x="370393" y="104937"/>
                  <a:pt x="365557" y="100763"/>
                  <a:pt x="359595" y="99836"/>
                </a:cubicBezTo>
                <a:lnTo>
                  <a:pt x="253730" y="83009"/>
                </a:lnTo>
                <a:lnTo>
                  <a:pt x="205038" y="-12521"/>
                </a:lnTo>
                <a:close/>
              </a:path>
            </a:pathLst>
          </a:custGeom>
          <a:solidFill>
            <a:srgbClr val="1A1D24"/>
          </a:solidFill>
          <a:ln/>
        </p:spPr>
      </p:sp>
      <p:sp>
        <p:nvSpPr>
          <p:cNvPr id="6" name="Text 3"/>
          <p:cNvSpPr/>
          <p:nvPr/>
        </p:nvSpPr>
        <p:spPr>
          <a:xfrm>
            <a:off x="3513209" y="1093995"/>
            <a:ext cx="5163227" cy="141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51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Liderazgo a Través 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51" b="1" dirty="0">
                <a:solidFill>
                  <a:srgbClr val="F7FAF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Objetivos Claros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43291" y="2733414"/>
            <a:ext cx="1507512" cy="56532"/>
          </a:xfrm>
          <a:custGeom>
            <a:avLst/>
            <a:gdLst/>
            <a:ahLst/>
            <a:cxnLst/>
            <a:rect l="l" t="t" r="r" b="b"/>
            <a:pathLst>
              <a:path w="1507512" h="56532">
                <a:moveTo>
                  <a:pt x="0" y="0"/>
                </a:moveTo>
                <a:lnTo>
                  <a:pt x="1507512" y="0"/>
                </a:lnTo>
                <a:lnTo>
                  <a:pt x="1507512" y="56532"/>
                </a:lnTo>
                <a:lnTo>
                  <a:pt x="0" y="5653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C5A05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1819483" y="3392950"/>
            <a:ext cx="8555128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clave del éxito de Cinépolis radica en </a:t>
            </a:r>
            <a:pPr algn="ctr">
              <a:lnSpc>
                <a:spcPct val="140000"/>
              </a:lnSpc>
            </a:pPr>
            <a:r>
              <a:rPr lang="en-US" sz="1781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declarar objetivos ambiciosos pero medibles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respaldados por </a:t>
            </a:r>
            <a:pPr algn="ctr">
              <a:lnSpc>
                <a:spcPct val="140000"/>
              </a:lnSpc>
            </a:pPr>
            <a:r>
              <a:rPr lang="en-US" sz="1781" b="1" dirty="0">
                <a:solidFill>
                  <a:srgbClr val="C5A0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de gestión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aseguran su cumplimiento.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77197" y="4508927"/>
            <a:ext cx="3004554" cy="1742013"/>
          </a:xfrm>
          <a:custGeom>
            <a:avLst/>
            <a:gdLst/>
            <a:ahLst/>
            <a:cxnLst/>
            <a:rect l="l" t="t" r="r" b="b"/>
            <a:pathLst>
              <a:path w="3004554" h="1742013">
                <a:moveTo>
                  <a:pt x="113057" y="0"/>
                </a:moveTo>
                <a:lnTo>
                  <a:pt x="2891498" y="0"/>
                </a:lnTo>
                <a:cubicBezTo>
                  <a:pt x="2953937" y="0"/>
                  <a:pt x="3004554" y="50617"/>
                  <a:pt x="3004554" y="113057"/>
                </a:cubicBezTo>
                <a:lnTo>
                  <a:pt x="3004554" y="1628957"/>
                </a:lnTo>
                <a:cubicBezTo>
                  <a:pt x="3004554" y="1691396"/>
                  <a:pt x="2953937" y="1742013"/>
                  <a:pt x="2891498" y="1742013"/>
                </a:cubicBezTo>
                <a:lnTo>
                  <a:pt x="113057" y="1742013"/>
                </a:lnTo>
                <a:cubicBezTo>
                  <a:pt x="50617" y="1742013"/>
                  <a:pt x="0" y="1691396"/>
                  <a:pt x="0" y="1628957"/>
                </a:cubicBezTo>
                <a:lnTo>
                  <a:pt x="0" y="113057"/>
                </a:lnTo>
                <a:cubicBezTo>
                  <a:pt x="0" y="50617"/>
                  <a:pt x="50617" y="0"/>
                  <a:pt x="11305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10926" y="4739240"/>
            <a:ext cx="339190" cy="339190"/>
          </a:xfrm>
          <a:custGeom>
            <a:avLst/>
            <a:gdLst/>
            <a:ahLst/>
            <a:cxnLst/>
            <a:rect l="l" t="t" r="r" b="b"/>
            <a:pathLst>
              <a:path w="339190" h="339190">
                <a:moveTo>
                  <a:pt x="296791" y="169595"/>
                </a:moveTo>
                <a:cubicBezTo>
                  <a:pt x="296791" y="99394"/>
                  <a:pt x="239797" y="42399"/>
                  <a:pt x="169595" y="42399"/>
                </a:cubicBezTo>
                <a:cubicBezTo>
                  <a:pt x="99394" y="42399"/>
                  <a:pt x="42399" y="99394"/>
                  <a:pt x="42399" y="169595"/>
                </a:cubicBezTo>
                <a:cubicBezTo>
                  <a:pt x="42399" y="239797"/>
                  <a:pt x="99394" y="296791"/>
                  <a:pt x="169595" y="296791"/>
                </a:cubicBezTo>
                <a:cubicBezTo>
                  <a:pt x="239797" y="296791"/>
                  <a:pt x="296791" y="239797"/>
                  <a:pt x="296791" y="169595"/>
                </a:cubicBezTo>
                <a:close/>
                <a:moveTo>
                  <a:pt x="0" y="169595"/>
                </a:moveTo>
                <a:cubicBezTo>
                  <a:pt x="0" y="75993"/>
                  <a:pt x="75993" y="0"/>
                  <a:pt x="169595" y="0"/>
                </a:cubicBezTo>
                <a:cubicBezTo>
                  <a:pt x="263197" y="0"/>
                  <a:pt x="339190" y="75993"/>
                  <a:pt x="339190" y="169595"/>
                </a:cubicBezTo>
                <a:cubicBezTo>
                  <a:pt x="339190" y="263197"/>
                  <a:pt x="263197" y="339190"/>
                  <a:pt x="169595" y="339190"/>
                </a:cubicBezTo>
                <a:cubicBezTo>
                  <a:pt x="75993" y="339190"/>
                  <a:pt x="0" y="263197"/>
                  <a:pt x="0" y="169595"/>
                </a:cubicBezTo>
                <a:close/>
                <a:moveTo>
                  <a:pt x="169595" y="222594"/>
                </a:moveTo>
                <a:cubicBezTo>
                  <a:pt x="198846" y="222594"/>
                  <a:pt x="222594" y="198846"/>
                  <a:pt x="222594" y="169595"/>
                </a:cubicBezTo>
                <a:cubicBezTo>
                  <a:pt x="222594" y="140344"/>
                  <a:pt x="198846" y="116597"/>
                  <a:pt x="169595" y="116597"/>
                </a:cubicBezTo>
                <a:cubicBezTo>
                  <a:pt x="140344" y="116597"/>
                  <a:pt x="116597" y="140344"/>
                  <a:pt x="116597" y="169595"/>
                </a:cubicBezTo>
                <a:cubicBezTo>
                  <a:pt x="116597" y="198846"/>
                  <a:pt x="140344" y="222594"/>
                  <a:pt x="169595" y="222594"/>
                </a:cubicBezTo>
                <a:close/>
                <a:moveTo>
                  <a:pt x="169595" y="74198"/>
                </a:moveTo>
                <a:cubicBezTo>
                  <a:pt x="222246" y="74198"/>
                  <a:pt x="264992" y="116944"/>
                  <a:pt x="264992" y="169595"/>
                </a:cubicBezTo>
                <a:cubicBezTo>
                  <a:pt x="264992" y="222246"/>
                  <a:pt x="222246" y="264992"/>
                  <a:pt x="169595" y="264992"/>
                </a:cubicBezTo>
                <a:cubicBezTo>
                  <a:pt x="116944" y="264992"/>
                  <a:pt x="74198" y="222246"/>
                  <a:pt x="74198" y="169595"/>
                </a:cubicBezTo>
                <a:cubicBezTo>
                  <a:pt x="74198" y="116944"/>
                  <a:pt x="116944" y="74198"/>
                  <a:pt x="169595" y="74198"/>
                </a:cubicBezTo>
                <a:close/>
                <a:moveTo>
                  <a:pt x="148396" y="169595"/>
                </a:moveTo>
                <a:cubicBezTo>
                  <a:pt x="148396" y="157895"/>
                  <a:pt x="157895" y="148396"/>
                  <a:pt x="169595" y="148396"/>
                </a:cubicBezTo>
                <a:cubicBezTo>
                  <a:pt x="181295" y="148396"/>
                  <a:pt x="190794" y="157895"/>
                  <a:pt x="190794" y="169595"/>
                </a:cubicBezTo>
                <a:cubicBezTo>
                  <a:pt x="190794" y="181295"/>
                  <a:pt x="181295" y="190794"/>
                  <a:pt x="169595" y="190794"/>
                </a:cubicBezTo>
                <a:cubicBezTo>
                  <a:pt x="157895" y="190794"/>
                  <a:pt x="148396" y="181295"/>
                  <a:pt x="148396" y="169595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1" name="Text 8"/>
          <p:cNvSpPr/>
          <p:nvPr/>
        </p:nvSpPr>
        <p:spPr>
          <a:xfrm>
            <a:off x="1460402" y="5229181"/>
            <a:ext cx="263814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9824" y="5568371"/>
            <a:ext cx="26193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Misión que guía todas las decisiones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93723" y="4508927"/>
            <a:ext cx="3004554" cy="1742013"/>
          </a:xfrm>
          <a:custGeom>
            <a:avLst/>
            <a:gdLst/>
            <a:ahLst/>
            <a:cxnLst/>
            <a:rect l="l" t="t" r="r" b="b"/>
            <a:pathLst>
              <a:path w="3004554" h="1742013">
                <a:moveTo>
                  <a:pt x="113057" y="0"/>
                </a:moveTo>
                <a:lnTo>
                  <a:pt x="2891498" y="0"/>
                </a:lnTo>
                <a:cubicBezTo>
                  <a:pt x="2953937" y="0"/>
                  <a:pt x="3004554" y="50617"/>
                  <a:pt x="3004554" y="113057"/>
                </a:cubicBezTo>
                <a:lnTo>
                  <a:pt x="3004554" y="1628957"/>
                </a:lnTo>
                <a:cubicBezTo>
                  <a:pt x="3004554" y="1691396"/>
                  <a:pt x="2953937" y="1742013"/>
                  <a:pt x="2891498" y="1742013"/>
                </a:cubicBezTo>
                <a:lnTo>
                  <a:pt x="113057" y="1742013"/>
                </a:lnTo>
                <a:cubicBezTo>
                  <a:pt x="50617" y="1742013"/>
                  <a:pt x="0" y="1691396"/>
                  <a:pt x="0" y="1628957"/>
                </a:cubicBezTo>
                <a:lnTo>
                  <a:pt x="0" y="113057"/>
                </a:lnTo>
                <a:cubicBezTo>
                  <a:pt x="0" y="50617"/>
                  <a:pt x="50617" y="0"/>
                  <a:pt x="11305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27452" y="4739240"/>
            <a:ext cx="339190" cy="339190"/>
          </a:xfrm>
          <a:custGeom>
            <a:avLst/>
            <a:gdLst/>
            <a:ahLst/>
            <a:cxnLst/>
            <a:rect l="l" t="t" r="r" b="b"/>
            <a:pathLst>
              <a:path w="339190" h="339190">
                <a:moveTo>
                  <a:pt x="42399" y="42399"/>
                </a:moveTo>
                <a:cubicBezTo>
                  <a:pt x="42399" y="30673"/>
                  <a:pt x="32925" y="21199"/>
                  <a:pt x="21199" y="21199"/>
                </a:cubicBezTo>
                <a:cubicBezTo>
                  <a:pt x="9473" y="21199"/>
                  <a:pt x="0" y="30673"/>
                  <a:pt x="0" y="42399"/>
                </a:cubicBezTo>
                <a:lnTo>
                  <a:pt x="0" y="264992"/>
                </a:lnTo>
                <a:cubicBezTo>
                  <a:pt x="0" y="294274"/>
                  <a:pt x="23717" y="317991"/>
                  <a:pt x="52998" y="317991"/>
                </a:cubicBezTo>
                <a:lnTo>
                  <a:pt x="317991" y="317991"/>
                </a:lnTo>
                <a:cubicBezTo>
                  <a:pt x="329717" y="317991"/>
                  <a:pt x="339190" y="308517"/>
                  <a:pt x="339190" y="296791"/>
                </a:cubicBezTo>
                <a:cubicBezTo>
                  <a:pt x="339190" y="285065"/>
                  <a:pt x="329717" y="275592"/>
                  <a:pt x="317991" y="275592"/>
                </a:cubicBezTo>
                <a:lnTo>
                  <a:pt x="52998" y="275592"/>
                </a:lnTo>
                <a:cubicBezTo>
                  <a:pt x="47169" y="275592"/>
                  <a:pt x="42399" y="270822"/>
                  <a:pt x="42399" y="264992"/>
                </a:cubicBezTo>
                <a:lnTo>
                  <a:pt x="42399" y="42399"/>
                </a:lnTo>
                <a:close/>
                <a:moveTo>
                  <a:pt x="311763" y="99770"/>
                </a:moveTo>
                <a:cubicBezTo>
                  <a:pt x="320044" y="91489"/>
                  <a:pt x="320044" y="78040"/>
                  <a:pt x="311763" y="69759"/>
                </a:cubicBezTo>
                <a:cubicBezTo>
                  <a:pt x="303482" y="61478"/>
                  <a:pt x="290034" y="61478"/>
                  <a:pt x="281753" y="69759"/>
                </a:cubicBezTo>
                <a:lnTo>
                  <a:pt x="211994" y="139585"/>
                </a:lnTo>
                <a:lnTo>
                  <a:pt x="173967" y="101625"/>
                </a:lnTo>
                <a:cubicBezTo>
                  <a:pt x="165686" y="93344"/>
                  <a:pt x="152238" y="93344"/>
                  <a:pt x="143957" y="101625"/>
                </a:cubicBezTo>
                <a:lnTo>
                  <a:pt x="80359" y="165223"/>
                </a:lnTo>
                <a:cubicBezTo>
                  <a:pt x="72078" y="173504"/>
                  <a:pt x="72078" y="186952"/>
                  <a:pt x="80359" y="195233"/>
                </a:cubicBezTo>
                <a:cubicBezTo>
                  <a:pt x="88640" y="203514"/>
                  <a:pt x="102088" y="203514"/>
                  <a:pt x="110369" y="195233"/>
                </a:cubicBezTo>
                <a:lnTo>
                  <a:pt x="158995" y="146607"/>
                </a:lnTo>
                <a:lnTo>
                  <a:pt x="197022" y="184633"/>
                </a:lnTo>
                <a:cubicBezTo>
                  <a:pt x="205303" y="192914"/>
                  <a:pt x="218751" y="192914"/>
                  <a:pt x="227032" y="184633"/>
                </a:cubicBezTo>
                <a:lnTo>
                  <a:pt x="311830" y="99836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5" name="Text 12"/>
          <p:cNvSpPr/>
          <p:nvPr/>
        </p:nvSpPr>
        <p:spPr>
          <a:xfrm>
            <a:off x="4776927" y="5229181"/>
            <a:ext cx="263814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Medibilidad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86349" y="5568371"/>
            <a:ext cx="26193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 específicos para cada objetivo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910249" y="4508927"/>
            <a:ext cx="3004554" cy="1742013"/>
          </a:xfrm>
          <a:custGeom>
            <a:avLst/>
            <a:gdLst/>
            <a:ahLst/>
            <a:cxnLst/>
            <a:rect l="l" t="t" r="r" b="b"/>
            <a:pathLst>
              <a:path w="3004554" h="1742013">
                <a:moveTo>
                  <a:pt x="113057" y="0"/>
                </a:moveTo>
                <a:lnTo>
                  <a:pt x="2891498" y="0"/>
                </a:lnTo>
                <a:cubicBezTo>
                  <a:pt x="2953937" y="0"/>
                  <a:pt x="3004554" y="50617"/>
                  <a:pt x="3004554" y="113057"/>
                </a:cubicBezTo>
                <a:lnTo>
                  <a:pt x="3004554" y="1628957"/>
                </a:lnTo>
                <a:cubicBezTo>
                  <a:pt x="3004554" y="1691396"/>
                  <a:pt x="2953937" y="1742013"/>
                  <a:pt x="2891498" y="1742013"/>
                </a:cubicBezTo>
                <a:lnTo>
                  <a:pt x="113057" y="1742013"/>
                </a:lnTo>
                <a:cubicBezTo>
                  <a:pt x="50617" y="1742013"/>
                  <a:pt x="0" y="1691396"/>
                  <a:pt x="0" y="1628957"/>
                </a:cubicBezTo>
                <a:lnTo>
                  <a:pt x="0" y="113057"/>
                </a:lnTo>
                <a:cubicBezTo>
                  <a:pt x="0" y="50617"/>
                  <a:pt x="50617" y="0"/>
                  <a:pt x="11305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1289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01579" y="4739240"/>
            <a:ext cx="423988" cy="339190"/>
          </a:xfrm>
          <a:custGeom>
            <a:avLst/>
            <a:gdLst/>
            <a:ahLst/>
            <a:cxnLst/>
            <a:rect l="l" t="t" r="r" b="b"/>
            <a:pathLst>
              <a:path w="423988" h="339190">
                <a:moveTo>
                  <a:pt x="275526" y="139452"/>
                </a:moveTo>
                <a:cubicBezTo>
                  <a:pt x="283608" y="137266"/>
                  <a:pt x="292088" y="141108"/>
                  <a:pt x="295731" y="148594"/>
                </a:cubicBezTo>
                <a:lnTo>
                  <a:pt x="308054" y="173504"/>
                </a:lnTo>
                <a:cubicBezTo>
                  <a:pt x="314877" y="174431"/>
                  <a:pt x="321568" y="176286"/>
                  <a:pt x="327862" y="178870"/>
                </a:cubicBezTo>
                <a:lnTo>
                  <a:pt x="351049" y="163434"/>
                </a:lnTo>
                <a:cubicBezTo>
                  <a:pt x="358005" y="158797"/>
                  <a:pt x="367213" y="159724"/>
                  <a:pt x="373109" y="165620"/>
                </a:cubicBezTo>
                <a:lnTo>
                  <a:pt x="385829" y="178340"/>
                </a:lnTo>
                <a:cubicBezTo>
                  <a:pt x="391725" y="184236"/>
                  <a:pt x="392652" y="193511"/>
                  <a:pt x="388015" y="200400"/>
                </a:cubicBezTo>
                <a:lnTo>
                  <a:pt x="372579" y="223521"/>
                </a:lnTo>
                <a:cubicBezTo>
                  <a:pt x="373838" y="226635"/>
                  <a:pt x="374964" y="229881"/>
                  <a:pt x="375892" y="233259"/>
                </a:cubicBezTo>
                <a:cubicBezTo>
                  <a:pt x="376819" y="236638"/>
                  <a:pt x="377415" y="239951"/>
                  <a:pt x="377879" y="243329"/>
                </a:cubicBezTo>
                <a:lnTo>
                  <a:pt x="402855" y="255651"/>
                </a:lnTo>
                <a:cubicBezTo>
                  <a:pt x="410341" y="259361"/>
                  <a:pt x="414183" y="267841"/>
                  <a:pt x="411997" y="275857"/>
                </a:cubicBezTo>
                <a:lnTo>
                  <a:pt x="407359" y="293214"/>
                </a:lnTo>
                <a:cubicBezTo>
                  <a:pt x="405173" y="301230"/>
                  <a:pt x="397687" y="306662"/>
                  <a:pt x="389340" y="306132"/>
                </a:cubicBezTo>
                <a:lnTo>
                  <a:pt x="361516" y="304344"/>
                </a:lnTo>
                <a:cubicBezTo>
                  <a:pt x="357342" y="309710"/>
                  <a:pt x="352506" y="314678"/>
                  <a:pt x="347007" y="318918"/>
                </a:cubicBezTo>
                <a:lnTo>
                  <a:pt x="348796" y="346676"/>
                </a:lnTo>
                <a:cubicBezTo>
                  <a:pt x="349326" y="355023"/>
                  <a:pt x="343894" y="362576"/>
                  <a:pt x="335878" y="364696"/>
                </a:cubicBezTo>
                <a:lnTo>
                  <a:pt x="318521" y="369333"/>
                </a:lnTo>
                <a:cubicBezTo>
                  <a:pt x="310438" y="371519"/>
                  <a:pt x="302025" y="367677"/>
                  <a:pt x="298315" y="360191"/>
                </a:cubicBezTo>
                <a:lnTo>
                  <a:pt x="285993" y="335281"/>
                </a:lnTo>
                <a:cubicBezTo>
                  <a:pt x="279169" y="334354"/>
                  <a:pt x="272478" y="332499"/>
                  <a:pt x="266185" y="329915"/>
                </a:cubicBezTo>
                <a:lnTo>
                  <a:pt x="242998" y="345351"/>
                </a:lnTo>
                <a:cubicBezTo>
                  <a:pt x="236042" y="349989"/>
                  <a:pt x="226833" y="349061"/>
                  <a:pt x="220937" y="343165"/>
                </a:cubicBezTo>
                <a:lnTo>
                  <a:pt x="208218" y="330445"/>
                </a:lnTo>
                <a:cubicBezTo>
                  <a:pt x="202322" y="324549"/>
                  <a:pt x="201394" y="315341"/>
                  <a:pt x="206031" y="308385"/>
                </a:cubicBezTo>
                <a:lnTo>
                  <a:pt x="221467" y="285198"/>
                </a:lnTo>
                <a:cubicBezTo>
                  <a:pt x="220209" y="282084"/>
                  <a:pt x="219082" y="278838"/>
                  <a:pt x="218155" y="275459"/>
                </a:cubicBezTo>
                <a:cubicBezTo>
                  <a:pt x="217227" y="272081"/>
                  <a:pt x="216631" y="268702"/>
                  <a:pt x="216167" y="265390"/>
                </a:cubicBezTo>
                <a:lnTo>
                  <a:pt x="191192" y="253068"/>
                </a:lnTo>
                <a:cubicBezTo>
                  <a:pt x="183706" y="249358"/>
                  <a:pt x="179930" y="240878"/>
                  <a:pt x="182050" y="232862"/>
                </a:cubicBezTo>
                <a:lnTo>
                  <a:pt x="186687" y="215505"/>
                </a:lnTo>
                <a:cubicBezTo>
                  <a:pt x="188873" y="207489"/>
                  <a:pt x="196359" y="202057"/>
                  <a:pt x="204707" y="202587"/>
                </a:cubicBezTo>
                <a:lnTo>
                  <a:pt x="232464" y="204375"/>
                </a:lnTo>
                <a:cubicBezTo>
                  <a:pt x="236638" y="199009"/>
                  <a:pt x="241474" y="194041"/>
                  <a:pt x="246973" y="189801"/>
                </a:cubicBezTo>
                <a:lnTo>
                  <a:pt x="245184" y="162109"/>
                </a:lnTo>
                <a:cubicBezTo>
                  <a:pt x="244654" y="153762"/>
                  <a:pt x="250086" y="146209"/>
                  <a:pt x="258102" y="144090"/>
                </a:cubicBezTo>
                <a:lnTo>
                  <a:pt x="275459" y="139452"/>
                </a:lnTo>
                <a:close/>
                <a:moveTo>
                  <a:pt x="297056" y="225243"/>
                </a:moveTo>
                <a:cubicBezTo>
                  <a:pt x="280968" y="225262"/>
                  <a:pt x="267922" y="238338"/>
                  <a:pt x="267940" y="254426"/>
                </a:cubicBezTo>
                <a:cubicBezTo>
                  <a:pt x="267959" y="270514"/>
                  <a:pt x="281035" y="283560"/>
                  <a:pt x="297123" y="283542"/>
                </a:cubicBezTo>
                <a:cubicBezTo>
                  <a:pt x="313210" y="283523"/>
                  <a:pt x="326257" y="270447"/>
                  <a:pt x="326239" y="254359"/>
                </a:cubicBezTo>
                <a:cubicBezTo>
                  <a:pt x="326220" y="238272"/>
                  <a:pt x="313144" y="225225"/>
                  <a:pt x="297056" y="225243"/>
                </a:cubicBezTo>
                <a:close/>
                <a:moveTo>
                  <a:pt x="148992" y="-30143"/>
                </a:moveTo>
                <a:lnTo>
                  <a:pt x="166349" y="-25506"/>
                </a:lnTo>
                <a:cubicBezTo>
                  <a:pt x="174365" y="-23319"/>
                  <a:pt x="179797" y="-15767"/>
                  <a:pt x="179267" y="-7486"/>
                </a:cubicBezTo>
                <a:lnTo>
                  <a:pt x="177479" y="20206"/>
                </a:lnTo>
                <a:cubicBezTo>
                  <a:pt x="182977" y="24446"/>
                  <a:pt x="187813" y="29348"/>
                  <a:pt x="191987" y="34780"/>
                </a:cubicBezTo>
                <a:lnTo>
                  <a:pt x="219811" y="32992"/>
                </a:lnTo>
                <a:cubicBezTo>
                  <a:pt x="228092" y="32462"/>
                  <a:pt x="235644" y="37894"/>
                  <a:pt x="237831" y="45910"/>
                </a:cubicBezTo>
                <a:lnTo>
                  <a:pt x="242468" y="63267"/>
                </a:lnTo>
                <a:cubicBezTo>
                  <a:pt x="244588" y="71283"/>
                  <a:pt x="240812" y="79763"/>
                  <a:pt x="233326" y="83473"/>
                </a:cubicBezTo>
                <a:lnTo>
                  <a:pt x="208350" y="95795"/>
                </a:lnTo>
                <a:cubicBezTo>
                  <a:pt x="207886" y="99173"/>
                  <a:pt x="207224" y="102552"/>
                  <a:pt x="206363" y="105864"/>
                </a:cubicBezTo>
                <a:cubicBezTo>
                  <a:pt x="205502" y="109177"/>
                  <a:pt x="204309" y="112489"/>
                  <a:pt x="203050" y="115603"/>
                </a:cubicBezTo>
                <a:lnTo>
                  <a:pt x="218486" y="138790"/>
                </a:lnTo>
                <a:cubicBezTo>
                  <a:pt x="223123" y="145746"/>
                  <a:pt x="222196" y="154954"/>
                  <a:pt x="216300" y="160850"/>
                </a:cubicBezTo>
                <a:lnTo>
                  <a:pt x="203580" y="173570"/>
                </a:lnTo>
                <a:cubicBezTo>
                  <a:pt x="197684" y="179466"/>
                  <a:pt x="188476" y="180393"/>
                  <a:pt x="181520" y="175756"/>
                </a:cubicBezTo>
                <a:lnTo>
                  <a:pt x="158333" y="160320"/>
                </a:lnTo>
                <a:cubicBezTo>
                  <a:pt x="152039" y="162904"/>
                  <a:pt x="145348" y="164759"/>
                  <a:pt x="138525" y="165686"/>
                </a:cubicBezTo>
                <a:lnTo>
                  <a:pt x="126203" y="190596"/>
                </a:lnTo>
                <a:cubicBezTo>
                  <a:pt x="122493" y="198082"/>
                  <a:pt x="114013" y="201858"/>
                  <a:pt x="105997" y="199738"/>
                </a:cubicBezTo>
                <a:lnTo>
                  <a:pt x="88640" y="195101"/>
                </a:lnTo>
                <a:cubicBezTo>
                  <a:pt x="80558" y="192914"/>
                  <a:pt x="75192" y="185362"/>
                  <a:pt x="75722" y="177081"/>
                </a:cubicBezTo>
                <a:lnTo>
                  <a:pt x="77510" y="149323"/>
                </a:lnTo>
                <a:cubicBezTo>
                  <a:pt x="72012" y="145083"/>
                  <a:pt x="67176" y="140181"/>
                  <a:pt x="63002" y="134749"/>
                </a:cubicBezTo>
                <a:lnTo>
                  <a:pt x="35178" y="136537"/>
                </a:lnTo>
                <a:cubicBezTo>
                  <a:pt x="26897" y="137067"/>
                  <a:pt x="19344" y="131635"/>
                  <a:pt x="17158" y="123619"/>
                </a:cubicBezTo>
                <a:lnTo>
                  <a:pt x="12521" y="106262"/>
                </a:lnTo>
                <a:cubicBezTo>
                  <a:pt x="10401" y="98246"/>
                  <a:pt x="14177" y="89766"/>
                  <a:pt x="21663" y="86056"/>
                </a:cubicBezTo>
                <a:lnTo>
                  <a:pt x="46639" y="73734"/>
                </a:lnTo>
                <a:cubicBezTo>
                  <a:pt x="47102" y="70355"/>
                  <a:pt x="47765" y="67043"/>
                  <a:pt x="48626" y="63664"/>
                </a:cubicBezTo>
                <a:cubicBezTo>
                  <a:pt x="49554" y="60286"/>
                  <a:pt x="50614" y="57040"/>
                  <a:pt x="51938" y="53926"/>
                </a:cubicBezTo>
                <a:lnTo>
                  <a:pt x="36503" y="30805"/>
                </a:lnTo>
                <a:cubicBezTo>
                  <a:pt x="31865" y="23849"/>
                  <a:pt x="32793" y="14641"/>
                  <a:pt x="38689" y="8745"/>
                </a:cubicBezTo>
                <a:lnTo>
                  <a:pt x="51409" y="-3975"/>
                </a:lnTo>
                <a:cubicBezTo>
                  <a:pt x="57305" y="-9871"/>
                  <a:pt x="66513" y="-10798"/>
                  <a:pt x="73469" y="-6161"/>
                </a:cubicBezTo>
                <a:lnTo>
                  <a:pt x="96656" y="9275"/>
                </a:lnTo>
                <a:cubicBezTo>
                  <a:pt x="102949" y="6691"/>
                  <a:pt x="109641" y="4836"/>
                  <a:pt x="116464" y="3909"/>
                </a:cubicBezTo>
                <a:lnTo>
                  <a:pt x="128786" y="-21001"/>
                </a:lnTo>
                <a:cubicBezTo>
                  <a:pt x="132496" y="-28487"/>
                  <a:pt x="140910" y="-32263"/>
                  <a:pt x="148992" y="-30143"/>
                </a:cubicBezTo>
                <a:close/>
                <a:moveTo>
                  <a:pt x="127461" y="55648"/>
                </a:moveTo>
                <a:cubicBezTo>
                  <a:pt x="111373" y="55648"/>
                  <a:pt x="98312" y="68710"/>
                  <a:pt x="98312" y="84798"/>
                </a:cubicBezTo>
                <a:cubicBezTo>
                  <a:pt x="98312" y="100885"/>
                  <a:pt x="111373" y="113947"/>
                  <a:pt x="127461" y="113947"/>
                </a:cubicBezTo>
                <a:cubicBezTo>
                  <a:pt x="143549" y="113947"/>
                  <a:pt x="156610" y="100885"/>
                  <a:pt x="156610" y="84798"/>
                </a:cubicBezTo>
                <a:cubicBezTo>
                  <a:pt x="156610" y="68710"/>
                  <a:pt x="143549" y="55648"/>
                  <a:pt x="127461" y="55648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19" name="Text 16"/>
          <p:cNvSpPr/>
          <p:nvPr/>
        </p:nvSpPr>
        <p:spPr>
          <a:xfrm>
            <a:off x="8093453" y="5229181"/>
            <a:ext cx="263814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Ejecución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02875" y="5568371"/>
            <a:ext cx="2619301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que garantizan resultados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39511" y="6650846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0" y="42399"/>
                </a:moveTo>
                <a:cubicBezTo>
                  <a:pt x="0" y="26808"/>
                  <a:pt x="12675" y="14133"/>
                  <a:pt x="28266" y="14133"/>
                </a:cubicBezTo>
                <a:lnTo>
                  <a:pt x="169595" y="14133"/>
                </a:lnTo>
                <a:cubicBezTo>
                  <a:pt x="185185" y="14133"/>
                  <a:pt x="197861" y="26808"/>
                  <a:pt x="197861" y="42399"/>
                </a:cubicBezTo>
                <a:lnTo>
                  <a:pt x="197861" y="183728"/>
                </a:lnTo>
                <a:cubicBezTo>
                  <a:pt x="197861" y="199318"/>
                  <a:pt x="185185" y="211994"/>
                  <a:pt x="169595" y="211994"/>
                </a:cubicBezTo>
                <a:lnTo>
                  <a:pt x="28266" y="211994"/>
                </a:lnTo>
                <a:cubicBezTo>
                  <a:pt x="12675" y="211994"/>
                  <a:pt x="0" y="199318"/>
                  <a:pt x="0" y="183728"/>
                </a:cubicBezTo>
                <a:lnTo>
                  <a:pt x="0" y="42399"/>
                </a:lnTo>
                <a:close/>
                <a:moveTo>
                  <a:pt x="21199" y="162529"/>
                </a:moveTo>
                <a:lnTo>
                  <a:pt x="21199" y="176662"/>
                </a:lnTo>
                <a:cubicBezTo>
                  <a:pt x="21199" y="180548"/>
                  <a:pt x="24379" y="183728"/>
                  <a:pt x="28266" y="183728"/>
                </a:cubicBezTo>
                <a:lnTo>
                  <a:pt x="42399" y="183728"/>
                </a:lnTo>
                <a:cubicBezTo>
                  <a:pt x="46285" y="183728"/>
                  <a:pt x="49465" y="180548"/>
                  <a:pt x="49465" y="176662"/>
                </a:cubicBezTo>
                <a:lnTo>
                  <a:pt x="49465" y="162529"/>
                </a:lnTo>
                <a:cubicBezTo>
                  <a:pt x="49465" y="158642"/>
                  <a:pt x="46285" y="155462"/>
                  <a:pt x="42399" y="155462"/>
                </a:cubicBezTo>
                <a:lnTo>
                  <a:pt x="28266" y="155462"/>
                </a:lnTo>
                <a:cubicBezTo>
                  <a:pt x="24379" y="155462"/>
                  <a:pt x="21199" y="158642"/>
                  <a:pt x="21199" y="162529"/>
                </a:cubicBezTo>
                <a:close/>
                <a:moveTo>
                  <a:pt x="155462" y="155462"/>
                </a:moveTo>
                <a:cubicBezTo>
                  <a:pt x="151576" y="155462"/>
                  <a:pt x="148396" y="158642"/>
                  <a:pt x="148396" y="162529"/>
                </a:cubicBezTo>
                <a:lnTo>
                  <a:pt x="148396" y="176662"/>
                </a:lnTo>
                <a:cubicBezTo>
                  <a:pt x="148396" y="180548"/>
                  <a:pt x="151576" y="183728"/>
                  <a:pt x="155462" y="183728"/>
                </a:cubicBezTo>
                <a:lnTo>
                  <a:pt x="169595" y="183728"/>
                </a:lnTo>
                <a:cubicBezTo>
                  <a:pt x="173482" y="183728"/>
                  <a:pt x="176662" y="180548"/>
                  <a:pt x="176662" y="176662"/>
                </a:cubicBezTo>
                <a:lnTo>
                  <a:pt x="176662" y="162529"/>
                </a:lnTo>
                <a:cubicBezTo>
                  <a:pt x="176662" y="158642"/>
                  <a:pt x="173482" y="155462"/>
                  <a:pt x="169595" y="155462"/>
                </a:cubicBezTo>
                <a:lnTo>
                  <a:pt x="155462" y="155462"/>
                </a:lnTo>
                <a:close/>
                <a:moveTo>
                  <a:pt x="21199" y="105997"/>
                </a:moveTo>
                <a:lnTo>
                  <a:pt x="21199" y="120130"/>
                </a:lnTo>
                <a:cubicBezTo>
                  <a:pt x="21199" y="124016"/>
                  <a:pt x="24379" y="127196"/>
                  <a:pt x="28266" y="127196"/>
                </a:cubicBezTo>
                <a:lnTo>
                  <a:pt x="42399" y="127196"/>
                </a:lnTo>
                <a:cubicBezTo>
                  <a:pt x="46285" y="127196"/>
                  <a:pt x="49465" y="124016"/>
                  <a:pt x="49465" y="120130"/>
                </a:cubicBezTo>
                <a:lnTo>
                  <a:pt x="49465" y="105997"/>
                </a:lnTo>
                <a:cubicBezTo>
                  <a:pt x="49465" y="102110"/>
                  <a:pt x="46285" y="98930"/>
                  <a:pt x="42399" y="98930"/>
                </a:cubicBezTo>
                <a:lnTo>
                  <a:pt x="28266" y="98930"/>
                </a:lnTo>
                <a:cubicBezTo>
                  <a:pt x="24379" y="98930"/>
                  <a:pt x="21199" y="102110"/>
                  <a:pt x="21199" y="105997"/>
                </a:cubicBezTo>
                <a:close/>
                <a:moveTo>
                  <a:pt x="155462" y="98930"/>
                </a:moveTo>
                <a:cubicBezTo>
                  <a:pt x="151576" y="98930"/>
                  <a:pt x="148396" y="102110"/>
                  <a:pt x="148396" y="105997"/>
                </a:cubicBezTo>
                <a:lnTo>
                  <a:pt x="148396" y="120130"/>
                </a:lnTo>
                <a:cubicBezTo>
                  <a:pt x="148396" y="124016"/>
                  <a:pt x="151576" y="127196"/>
                  <a:pt x="155462" y="127196"/>
                </a:cubicBezTo>
                <a:lnTo>
                  <a:pt x="169595" y="127196"/>
                </a:lnTo>
                <a:cubicBezTo>
                  <a:pt x="173482" y="127196"/>
                  <a:pt x="176662" y="124016"/>
                  <a:pt x="176662" y="120130"/>
                </a:cubicBezTo>
                <a:lnTo>
                  <a:pt x="176662" y="105997"/>
                </a:lnTo>
                <a:cubicBezTo>
                  <a:pt x="176662" y="102110"/>
                  <a:pt x="173482" y="98930"/>
                  <a:pt x="169595" y="98930"/>
                </a:cubicBezTo>
                <a:lnTo>
                  <a:pt x="155462" y="98930"/>
                </a:lnTo>
                <a:close/>
                <a:moveTo>
                  <a:pt x="21199" y="49465"/>
                </a:moveTo>
                <a:lnTo>
                  <a:pt x="21199" y="63598"/>
                </a:lnTo>
                <a:cubicBezTo>
                  <a:pt x="21199" y="67485"/>
                  <a:pt x="24379" y="70665"/>
                  <a:pt x="28266" y="70665"/>
                </a:cubicBezTo>
                <a:lnTo>
                  <a:pt x="42399" y="70665"/>
                </a:lnTo>
                <a:cubicBezTo>
                  <a:pt x="46285" y="70665"/>
                  <a:pt x="49465" y="67485"/>
                  <a:pt x="49465" y="63598"/>
                </a:cubicBezTo>
                <a:lnTo>
                  <a:pt x="49465" y="49465"/>
                </a:lnTo>
                <a:cubicBezTo>
                  <a:pt x="49465" y="45579"/>
                  <a:pt x="46285" y="42399"/>
                  <a:pt x="42399" y="42399"/>
                </a:cubicBezTo>
                <a:lnTo>
                  <a:pt x="28266" y="42399"/>
                </a:lnTo>
                <a:cubicBezTo>
                  <a:pt x="24379" y="42399"/>
                  <a:pt x="21199" y="45579"/>
                  <a:pt x="21199" y="49465"/>
                </a:cubicBezTo>
                <a:close/>
                <a:moveTo>
                  <a:pt x="155462" y="42399"/>
                </a:moveTo>
                <a:cubicBezTo>
                  <a:pt x="151576" y="42399"/>
                  <a:pt x="148396" y="45579"/>
                  <a:pt x="148396" y="49465"/>
                </a:cubicBezTo>
                <a:lnTo>
                  <a:pt x="148396" y="63598"/>
                </a:lnTo>
                <a:cubicBezTo>
                  <a:pt x="148396" y="67485"/>
                  <a:pt x="151576" y="70665"/>
                  <a:pt x="155462" y="70665"/>
                </a:cubicBezTo>
                <a:lnTo>
                  <a:pt x="169595" y="70665"/>
                </a:lnTo>
                <a:cubicBezTo>
                  <a:pt x="173482" y="70665"/>
                  <a:pt x="176662" y="67485"/>
                  <a:pt x="176662" y="63598"/>
                </a:cubicBezTo>
                <a:lnTo>
                  <a:pt x="176662" y="49465"/>
                </a:lnTo>
                <a:cubicBezTo>
                  <a:pt x="176662" y="45579"/>
                  <a:pt x="173482" y="42399"/>
                  <a:pt x="169595" y="42399"/>
                </a:cubicBezTo>
                <a:lnTo>
                  <a:pt x="155462" y="42399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2" name="Text 19"/>
          <p:cNvSpPr/>
          <p:nvPr/>
        </p:nvSpPr>
        <p:spPr>
          <a:xfrm>
            <a:off x="3850436" y="6632002"/>
            <a:ext cx="75375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Cinépolis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046762" y="665084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55418" y="123663"/>
                </a:moveTo>
                <a:lnTo>
                  <a:pt x="71106" y="123663"/>
                </a:lnTo>
                <a:cubicBezTo>
                  <a:pt x="72387" y="152150"/>
                  <a:pt x="78703" y="178384"/>
                  <a:pt x="87668" y="197596"/>
                </a:cubicBezTo>
                <a:cubicBezTo>
                  <a:pt x="92703" y="208416"/>
                  <a:pt x="98135" y="216057"/>
                  <a:pt x="103170" y="220739"/>
                </a:cubicBezTo>
                <a:cubicBezTo>
                  <a:pt x="108117" y="225376"/>
                  <a:pt x="111518" y="226127"/>
                  <a:pt x="113284" y="226127"/>
                </a:cubicBezTo>
                <a:cubicBezTo>
                  <a:pt x="115051" y="226127"/>
                  <a:pt x="118452" y="225376"/>
                  <a:pt x="123398" y="220739"/>
                </a:cubicBezTo>
                <a:cubicBezTo>
                  <a:pt x="128433" y="216057"/>
                  <a:pt x="133865" y="208372"/>
                  <a:pt x="138900" y="197596"/>
                </a:cubicBezTo>
                <a:cubicBezTo>
                  <a:pt x="147866" y="178384"/>
                  <a:pt x="154181" y="152150"/>
                  <a:pt x="155462" y="123663"/>
                </a:cubicBezTo>
                <a:close/>
                <a:moveTo>
                  <a:pt x="71062" y="102464"/>
                </a:moveTo>
                <a:lnTo>
                  <a:pt x="155374" y="102464"/>
                </a:lnTo>
                <a:cubicBezTo>
                  <a:pt x="154137" y="73977"/>
                  <a:pt x="147822" y="47743"/>
                  <a:pt x="138856" y="28531"/>
                </a:cubicBezTo>
                <a:cubicBezTo>
                  <a:pt x="133821" y="17754"/>
                  <a:pt x="128389" y="10070"/>
                  <a:pt x="123354" y="5388"/>
                </a:cubicBezTo>
                <a:cubicBezTo>
                  <a:pt x="118407" y="751"/>
                  <a:pt x="115007" y="0"/>
                  <a:pt x="113240" y="0"/>
                </a:cubicBezTo>
                <a:cubicBezTo>
                  <a:pt x="111473" y="0"/>
                  <a:pt x="108073" y="751"/>
                  <a:pt x="103126" y="5388"/>
                </a:cubicBezTo>
                <a:cubicBezTo>
                  <a:pt x="98091" y="10070"/>
                  <a:pt x="92659" y="17754"/>
                  <a:pt x="87624" y="28531"/>
                </a:cubicBezTo>
                <a:cubicBezTo>
                  <a:pt x="78659" y="47743"/>
                  <a:pt x="72343" y="73977"/>
                  <a:pt x="71062" y="102464"/>
                </a:cubicBezTo>
                <a:close/>
                <a:moveTo>
                  <a:pt x="49863" y="102464"/>
                </a:moveTo>
                <a:cubicBezTo>
                  <a:pt x="51409" y="64658"/>
                  <a:pt x="61169" y="29547"/>
                  <a:pt x="75434" y="6492"/>
                </a:cubicBezTo>
                <a:cubicBezTo>
                  <a:pt x="34758" y="20890"/>
                  <a:pt x="4814" y="57945"/>
                  <a:pt x="662" y="102464"/>
                </a:cubicBezTo>
                <a:lnTo>
                  <a:pt x="49863" y="102464"/>
                </a:lnTo>
                <a:close/>
                <a:moveTo>
                  <a:pt x="662" y="123663"/>
                </a:moveTo>
                <a:cubicBezTo>
                  <a:pt x="4814" y="168182"/>
                  <a:pt x="34758" y="205237"/>
                  <a:pt x="75434" y="219634"/>
                </a:cubicBezTo>
                <a:cubicBezTo>
                  <a:pt x="61169" y="196580"/>
                  <a:pt x="51409" y="161469"/>
                  <a:pt x="49863" y="123663"/>
                </a:cubicBezTo>
                <a:lnTo>
                  <a:pt x="662" y="123663"/>
                </a:lnTo>
                <a:close/>
                <a:moveTo>
                  <a:pt x="176617" y="123663"/>
                </a:moveTo>
                <a:cubicBezTo>
                  <a:pt x="175072" y="161469"/>
                  <a:pt x="165311" y="196580"/>
                  <a:pt x="151046" y="219634"/>
                </a:cubicBezTo>
                <a:cubicBezTo>
                  <a:pt x="191722" y="205192"/>
                  <a:pt x="221666" y="168182"/>
                  <a:pt x="225818" y="123663"/>
                </a:cubicBezTo>
                <a:lnTo>
                  <a:pt x="176617" y="123663"/>
                </a:lnTo>
                <a:close/>
                <a:moveTo>
                  <a:pt x="225818" y="102464"/>
                </a:moveTo>
                <a:cubicBezTo>
                  <a:pt x="221666" y="57945"/>
                  <a:pt x="191722" y="20890"/>
                  <a:pt x="151046" y="6492"/>
                </a:cubicBezTo>
                <a:cubicBezTo>
                  <a:pt x="165311" y="29547"/>
                  <a:pt x="175072" y="64658"/>
                  <a:pt x="176617" y="102464"/>
                </a:cubicBezTo>
                <a:lnTo>
                  <a:pt x="225818" y="102464"/>
                </a:ln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4" name="Text 21"/>
          <p:cNvSpPr/>
          <p:nvPr/>
        </p:nvSpPr>
        <p:spPr>
          <a:xfrm>
            <a:off x="5371819" y="6632002"/>
            <a:ext cx="72549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Países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47599" y="6650846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108603" y="-11439"/>
                </a:moveTo>
                <a:cubicBezTo>
                  <a:pt x="102685" y="-15060"/>
                  <a:pt x="95221" y="-15060"/>
                  <a:pt x="89302" y="-11439"/>
                </a:cubicBezTo>
                <a:cubicBezTo>
                  <a:pt x="78526" y="-4858"/>
                  <a:pt x="71857" y="-3092"/>
                  <a:pt x="59226" y="-3357"/>
                </a:cubicBezTo>
                <a:cubicBezTo>
                  <a:pt x="52292" y="-3533"/>
                  <a:pt x="45844" y="221"/>
                  <a:pt x="42487" y="6316"/>
                </a:cubicBezTo>
                <a:cubicBezTo>
                  <a:pt x="36436" y="17401"/>
                  <a:pt x="31534" y="22304"/>
                  <a:pt x="20449" y="28354"/>
                </a:cubicBezTo>
                <a:cubicBezTo>
                  <a:pt x="14354" y="31667"/>
                  <a:pt x="10644" y="38159"/>
                  <a:pt x="10776" y="45093"/>
                </a:cubicBezTo>
                <a:cubicBezTo>
                  <a:pt x="11086" y="57724"/>
                  <a:pt x="9275" y="64393"/>
                  <a:pt x="2694" y="75169"/>
                </a:cubicBezTo>
                <a:cubicBezTo>
                  <a:pt x="-927" y="81088"/>
                  <a:pt x="-927" y="88552"/>
                  <a:pt x="2694" y="94470"/>
                </a:cubicBezTo>
                <a:cubicBezTo>
                  <a:pt x="9275" y="105246"/>
                  <a:pt x="11041" y="111915"/>
                  <a:pt x="10776" y="124546"/>
                </a:cubicBezTo>
                <a:cubicBezTo>
                  <a:pt x="10600" y="131480"/>
                  <a:pt x="14354" y="137928"/>
                  <a:pt x="20449" y="141285"/>
                </a:cubicBezTo>
                <a:cubicBezTo>
                  <a:pt x="30209" y="146629"/>
                  <a:pt x="35156" y="151046"/>
                  <a:pt x="40367" y="159614"/>
                </a:cubicBezTo>
                <a:lnTo>
                  <a:pt x="18859" y="202498"/>
                </a:lnTo>
                <a:cubicBezTo>
                  <a:pt x="16253" y="207754"/>
                  <a:pt x="18373" y="214114"/>
                  <a:pt x="23584" y="216720"/>
                </a:cubicBezTo>
                <a:lnTo>
                  <a:pt x="61567" y="235711"/>
                </a:lnTo>
                <a:cubicBezTo>
                  <a:pt x="66646" y="238228"/>
                  <a:pt x="72829" y="236329"/>
                  <a:pt x="75567" y="231382"/>
                </a:cubicBezTo>
                <a:lnTo>
                  <a:pt x="98886" y="189381"/>
                </a:lnTo>
                <a:lnTo>
                  <a:pt x="122206" y="231382"/>
                </a:lnTo>
                <a:cubicBezTo>
                  <a:pt x="124944" y="236329"/>
                  <a:pt x="131127" y="238272"/>
                  <a:pt x="136206" y="235711"/>
                </a:cubicBezTo>
                <a:lnTo>
                  <a:pt x="174188" y="216720"/>
                </a:lnTo>
                <a:cubicBezTo>
                  <a:pt x="179444" y="214114"/>
                  <a:pt x="181564" y="207754"/>
                  <a:pt x="178914" y="202498"/>
                </a:cubicBezTo>
                <a:lnTo>
                  <a:pt x="157450" y="159570"/>
                </a:lnTo>
                <a:cubicBezTo>
                  <a:pt x="162617" y="151001"/>
                  <a:pt x="167608" y="146585"/>
                  <a:pt x="177368" y="141241"/>
                </a:cubicBezTo>
                <a:cubicBezTo>
                  <a:pt x="183463" y="137928"/>
                  <a:pt x="187173" y="131436"/>
                  <a:pt x="187040" y="124502"/>
                </a:cubicBezTo>
                <a:cubicBezTo>
                  <a:pt x="186731" y="111871"/>
                  <a:pt x="188542" y="105202"/>
                  <a:pt x="195123" y="94426"/>
                </a:cubicBezTo>
                <a:cubicBezTo>
                  <a:pt x="198744" y="88507"/>
                  <a:pt x="198744" y="81043"/>
                  <a:pt x="195123" y="75125"/>
                </a:cubicBezTo>
                <a:cubicBezTo>
                  <a:pt x="188542" y="64349"/>
                  <a:pt x="186775" y="57680"/>
                  <a:pt x="187040" y="45049"/>
                </a:cubicBezTo>
                <a:cubicBezTo>
                  <a:pt x="187217" y="38115"/>
                  <a:pt x="183463" y="31667"/>
                  <a:pt x="177368" y="28310"/>
                </a:cubicBezTo>
                <a:cubicBezTo>
                  <a:pt x="166283" y="22259"/>
                  <a:pt x="161380" y="17357"/>
                  <a:pt x="155330" y="6271"/>
                </a:cubicBezTo>
                <a:cubicBezTo>
                  <a:pt x="152017" y="177"/>
                  <a:pt x="145525" y="-3533"/>
                  <a:pt x="138591" y="-3401"/>
                </a:cubicBezTo>
                <a:cubicBezTo>
                  <a:pt x="125960" y="-3092"/>
                  <a:pt x="119291" y="-4902"/>
                  <a:pt x="108514" y="-11483"/>
                </a:cubicBezTo>
                <a:close/>
                <a:moveTo>
                  <a:pt x="98930" y="42399"/>
                </a:moveTo>
                <a:cubicBezTo>
                  <a:pt x="122331" y="42399"/>
                  <a:pt x="141329" y="61397"/>
                  <a:pt x="141329" y="84798"/>
                </a:cubicBezTo>
                <a:cubicBezTo>
                  <a:pt x="141329" y="108198"/>
                  <a:pt x="122331" y="127196"/>
                  <a:pt x="98930" y="127196"/>
                </a:cubicBezTo>
                <a:cubicBezTo>
                  <a:pt x="75530" y="127196"/>
                  <a:pt x="56532" y="108198"/>
                  <a:pt x="56532" y="84798"/>
                </a:cubicBezTo>
                <a:cubicBezTo>
                  <a:pt x="56532" y="61397"/>
                  <a:pt x="75530" y="42399"/>
                  <a:pt x="98930" y="42399"/>
                </a:cubicBezTo>
                <a:close/>
              </a:path>
            </a:pathLst>
          </a:custGeom>
          <a:solidFill>
            <a:srgbClr val="C5A059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523" y="6632002"/>
            <a:ext cx="188438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Líder en Entretenimiento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Objetivos Estratégicos y Comerciales de Cinépolis</dc:title>
  <dc:subject>Objetivos Estratégicos y Comerciales de Cinépolis</dc:subject>
  <dc:creator>Kimi</dc:creator>
  <cp:lastModifiedBy>Kimi</cp:lastModifiedBy>
  <cp:revision>1</cp:revision>
  <dcterms:created xsi:type="dcterms:W3CDTF">2026-03-21T01:10:45Z</dcterms:created>
  <dcterms:modified xsi:type="dcterms:W3CDTF">2026-03-21T01:10:45Z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{"Label":"Objetivos Estratégicos y Comerciales de Cinépolis","ContentProducer":"001191110108MACG2KBH8F10000","ProduceID":"19d0dd11-3412-880a-8000-00006751b1c3","ReservedCode1":"","ContentPropagator":"001191110108MACG2KBH8F20000","PropagateID":"19d0dd11-3412-880a-8000-00006751b1c3","ReservedCode2":""}</vt:lpwstr>
  </property>
</Properties>
</file>