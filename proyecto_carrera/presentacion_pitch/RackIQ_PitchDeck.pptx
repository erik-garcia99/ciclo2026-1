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Clientes SaaS Pro acumulados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activos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M3</c:v>
                  </c:pt>
                  <c:pt idx="1">
                    <c:v>M6</c:v>
                  </c:pt>
                  <c:pt idx="2">
                    <c:v>M9</c:v>
                  </c:pt>
                  <c:pt idx="3">
                    <c:v>M12</c:v>
                  </c:pt>
                  <c:pt idx="4">
                    <c:v>M18</c:v>
                  </c:pt>
                  <c:pt idx="5">
                    <c:v>M24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18</c:v>
                </c:pt>
                <c:pt idx="3">
                  <c:v>35</c:v>
                </c:pt>
                <c:pt idx="4">
                  <c:v>70</c:v>
                </c:pt>
                <c:pt idx="5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</a:t>
            </a:r>
            <a:pPr indent="0" marL="0">
              <a:buNone/>
            </a:pPr>
            <a:r>
              <a:rPr lang="en-US" sz="6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inteligente para PyMEs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IoT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242316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423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Edge Computing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42316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423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SaaS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3480" y="242316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42316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React Native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ESP32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nodo sensor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HX711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60320" y="3493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ADC 24-bit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RPi 0 2W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3493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edge gateway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MQTT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58000" y="34930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protocolo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UABC · Ingeniería en Computación · Proyecto de Carrera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 · El Problema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operan a ciegas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29844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El conteo de inventario se hace a mano, con papel o Excel: lento, propenso a errores y siempre desactualizado.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07568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El robo hormiga pasa desapercibido semanas hasta que el dueño hace un corte.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85292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Sin datos históricos no hay forma de saber cuándo ni cuánto surtir, generando tanto sobre-stock como quiebres.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363016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La tecnología existente (ERP, RFID) cuesta decenas de miles de pesos — inaccesible para una PYME.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640080"/>
            <a:ext cx="320040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65836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~30%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577840" y="1188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 mermas provienen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del robo hormiga*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2011680"/>
            <a:ext cx="320040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202996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25%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57784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del stock en PyMEs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está mal contado*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383280"/>
            <a:ext cx="3200400" cy="11704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40156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$50k+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577840" y="3931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MXN cuesta un ERP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básico por año*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*Estimaciones de mercado / literatura de gestión de PyMEs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 · Segmento de Mercado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¿Quién es nuestro cliente?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0972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075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Tiendas de abarrotes / minisúpers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6733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1–5 sucursales. Dueño lleva el inventario manualmente. Mayor víctima de robo hormiga y quiebres de stock.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109728" cy="1600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075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Farmacias independientes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0328" y="16733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Producto de alto valor y rotación media-alta. Errores en inventario = pérdida directa de venta.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10972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90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Ferreterías y refaccionarias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34564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Miles de SKUs de bajo precio unitario. Reposición frecuente y difícil de controlar.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206240" cy="1600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17520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090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Punto de entrada ideal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345643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PyME con 1–3 sucursales, ~5–30 estantes monitoreados, dueño no-técnico, sin sistema de inventario activo.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México: ~1.2M micro y pequeños comercios al detalle (INEGI 2023) → TAM estimado $144M USD/año en software de inventario para PyMEs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 · Propuesta de Valor — Cómo funciona RackIQ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60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Nodo Físico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08176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ESP32 + HX711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+ Celda de carga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39696" y="1508760"/>
            <a:ext cx="292608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44475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82880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60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Gateway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408176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Raspberry Pi Zero 2W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MQTT + SQLite offline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34256" y="1508760"/>
            <a:ext cx="292608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44475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82880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60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Cloud 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1408176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FastAPI + Celery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(Railway.app)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28816" y="1508760"/>
            <a:ext cx="292608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1444752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1005840"/>
            <a:ext cx="182880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0607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 Móvil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1408176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React Native (Expo)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</a:rPr>
              <a:t>Alertas en tiempo real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Funcionalidades clave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432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916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📦 Inventario automático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19125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Detecta retiros y surtidos por diferencia de peso. Sin escáner, sin código de barras.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27832" y="2880360"/>
            <a:ext cx="27432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19272" y="2916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🚨 Detección de robo hormiga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19272" y="319125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Tasa de retiro anómala + actividad fuera de horario → alerta inmediata con timestamp para cámaras.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81344" y="2880360"/>
            <a:ext cx="27432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72784" y="2916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🤖 Sugerencias con 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72784" y="319125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Patrones estacionales, inventario estancado y riesgo de caducidad. Todo en lenguaje simple.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867912"/>
            <a:ext cx="27432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9044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📴 Modo offline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1788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Store &amp; Forward: la Raspberry guarda datos en SQLite y sincroniza al recuperar internet.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27832" y="3867912"/>
            <a:ext cx="27432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319272" y="39044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📊 Reportes automáticos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19272" y="41788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PDF + Excel enviados por correo: diario, semanal, mensual o anual.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3867912"/>
            <a:ext cx="27432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72784" y="39044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⚡ Plug &amp; Play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417880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Agregar un nuevo estante ESP32 es inmediato, sin reconfigurar la arquitectura.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 · Ventaja Competitiva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¿Por qué RackIQ gana?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4358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Sin código de barras ni escáner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 celda de carga mide el peso continuo. El dueño no necesita escanear nada ni cambiar su flujo de trabajo.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2062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411480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8872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24358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Funciona sin internet (Edge Computing)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53619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 Raspberry Pi procesa y almacena localmente. El internet es opcional, no un punto de falla crítico.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2062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77440"/>
            <a:ext cx="411480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7744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4323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Trazabilidad para cámaras de seguridad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272491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Cada retiro anómalo tiene timestamp exacto (HH:MM:SS). El dueño no revisa 8h de video — revisa 3 minutos.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2062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77440"/>
            <a:ext cx="41148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37744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243230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Precio accesible para PyME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72491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Hardware total &lt; $2,000 MXN por nodo + SaaS desde $150 MXN/mes. Competidores cobran $5k–$50k USD.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66160"/>
            <a:ext cx="411480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6616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6210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Multi-sucursal desde el día 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91363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Arquitectura multi-tenant con RLS en Supabase. Una sola app para ver todas las sucursales.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4206240" cy="10515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66160"/>
            <a:ext cx="411480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566160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362102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IA sin tecnicismos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91363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Las sugerencias del LLM se presentan en español claro: 'Tu mermelada de fresa lleva 18 días sin moverse. Activa 2x1.'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 · Análisis de Competencia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¿Qué hay en el mercado hoy?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828800"/>
                <a:gridCol w="914400"/>
                <a:gridCol w="1051560"/>
                <a:gridCol w="1005840"/>
              </a:tblGrid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Solución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Tecnología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Costo aprox.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Sin internet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Detección robo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Precio PyME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ERP (SAP/Aspel)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Software manual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$5k–$50k USD/año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RFID + lector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Hardware de scanner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$2k–$10k USD setup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Excel / papel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Manual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Smart shelves (retail corp)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Vision AI / RFID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$50k+ USD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Parcial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RackIQ 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IoT + Edge + SaaS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&lt;$150 USD setup + $8 USD/mes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✦ Costo setup estimado: 1 nodo completo hardware + 6 meses SaaS free tier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 · Modelo de Negocio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94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Venta de Hardware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2743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115568"/>
            <a:ext cx="2542032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Nodo principal (ESP32 + RPi + 5 HX711 + case): $2,800–$3,500 MXN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Nodo secundario (ESP32 + 5 HX711): $1,200–$1,500 MXN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Estante con celda de carga (por pieza): $350–$500 MXN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Margen bruto estimado: ~50–60%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594360"/>
            <a:ext cx="27432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594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Suscripción SaaS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051560"/>
            <a:ext cx="2743200" cy="2743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115568"/>
            <a:ext cx="2542032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Plan Free: 1 sucursal, 1 nodo, funciones básicas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Plan Pro: $299 MXN/mes — alertas, reportes, 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Plan Business: $799 MXN/mes — multi-sucursal, analítica avanzada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Modelo recurrente = ingresos predecibles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59436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594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🛠️  Servicios / Instalación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1051560"/>
            <a:ext cx="2743200" cy="2743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91072" y="1115568"/>
            <a:ext cx="2542032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Instalación y configuración inicial: $500–$1,000 MXN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Soporte técnico premium: $199 MXN/mes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Integración con sistemas existentes (POS): por cotización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Capacitación al personal de la sucursal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913632"/>
            <a:ext cx="8595360" cy="804672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98678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Ejemplo de LTV por cliente (tienda 1 sucursal · 3 nodos):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Hardware $9,600 MXN  +  SaaS Pro $3,588 MXN/año  =  ~$13,200 MXN año 1, $3,600 MXN año 2+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07 · Ventas y Marketing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27432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58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1 — Validación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F3D0"/>
                </a:solidFill>
              </a:rPr>
              <a:t>Meses 1–6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743200" cy="3063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389888"/>
            <a:ext cx="2542032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Instalar y demostrar en 3–5 tiendas amigas (red personal)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Generar casos de éxito con datos reales y testimonios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Ajustar producto con retroalimentación directa del dueño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27832" y="658368"/>
            <a:ext cx="274320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658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2 — Tracción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27832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F3D0"/>
                </a:solidFill>
              </a:rPr>
              <a:t>Meses 6–18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298448"/>
            <a:ext cx="2743200" cy="3063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389888"/>
            <a:ext cx="2542032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Canvasing en zonas comerciales de Tijuana / CDMX / Monterrey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Alianzas con distribuidores de productos al menudeo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Marketing digital: TikTok/Instagram mostrando demos en vivo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Programa referidos: $300 MXN por instalación referida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658368"/>
            <a:ext cx="27432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658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3 — Escala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81344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F3D0"/>
                </a:solidFill>
              </a:rPr>
              <a:t>Mes 18+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298448"/>
            <a:ext cx="2743200" cy="3063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91072" y="1389888"/>
            <a:ext cx="2542032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Integración con plataformas POS (Clip, Conekta, Bind)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Canal B2B: distribuidores y proveedores de insumos (quieren datos de su cliente)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Expansión a cadenas pequeñas (10–50 sucursales)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Modelo white-label para integradores regionales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D9488"/>
                </a:solidFill>
              </a:rPr>
              <a:t>Propuesta de valor central en marketing: "Deja de contar con los dedos. RackIQ lo hace por ti."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08 · Viabilidad Financiera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Costo de Hardware por Nodo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41148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Costo (MXN)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ESP32 DevKit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5x HX711 + celda de carga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Raspberry Pi Zero 2W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Filamento PLA (case ~400g)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$120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Cable blindado + misc.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Total BOM (1 nodo completo)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</a:rPr>
                        <a:t>$1,520 MXN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Precio de venta sugerido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$3,200 MXN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Margen bruto hardware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22C55E"/>
                          </a:solidFill>
                        </a:rPr>
                        <a:t>~52%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6217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Proyección SaaS — primeros 24 meses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663440" y="1005840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3127248"/>
          <a:ext cx="4114800" cy="13716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146304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Clientes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MRR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Costo SaaS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$2,392 MXN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~$200 MXN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$10,465 MXN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~$800 MXN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M24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$38,870 MXN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~$2,400 MXN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MRR calculado con plan Pro $299 MXN/mes. Costo SaaS = servicios cloud estimados a escala.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</a:t>
            </a:r>
            <a:pPr indent="0" marL="0">
              <a:buNone/>
            </a:pPr>
            <a:r>
              <a:rPr lang="en-US" sz="4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de abarrotes de la esquina no debería perder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miles de pesos por no tener acceso a tecnología.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874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68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&lt;$150 USD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Hardware total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por nodo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2423160"/>
            <a:ext cx="1874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2468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$8 USD/mes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42032" y="3063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Costo operativo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SaaS (free tier)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2423160"/>
            <a:ext cx="1874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2468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~52%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3063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Margen bruto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hardware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1696" y="2423160"/>
            <a:ext cx="18745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1696" y="24688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</a:rPr>
              <a:t>130+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11696" y="30632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Clientes objetivo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 24 meses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¿Preguntas?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Erik García Chaves &amp; Mauricio  ·  UABC Ingeniería en Computación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RackIQ — Pitch Deck</dc:title>
  <dc:subject>PptxGenJS Presentation</dc:subject>
  <dc:creator>Erik Garcia Chaves / Mauricio</dc:creator>
  <cp:lastModifiedBy>Erik Garcia Chaves / Mauricio</cp:lastModifiedBy>
  <cp:revision>1</cp:revision>
  <dcterms:created xsi:type="dcterms:W3CDTF">2026-05-12T23:46:46Z</dcterms:created>
  <dcterms:modified xsi:type="dcterms:W3CDTF">2026-05-12T23:46:46Z</dcterms:modified>
</cp:coreProperties>
</file>