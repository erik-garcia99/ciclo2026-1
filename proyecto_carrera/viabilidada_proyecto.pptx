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ECB793-4C61-48F6-A925-4EBC74B2C1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5F94E8-7D41-4ACA-8AE3-8F62AA0A44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A28BB-E32C-44B2-BE7F-BFACF3DFFB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859162C-C779-4EB3-9B88-12CB651901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BD4CA69D-EC0D-4762-A71C-4AD4D9A64D24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360" y="36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-288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777D3EFA-D654-4F3C-87A5-0E96744DB3B1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000360" y="270036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-179640" y="243036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60" y="522036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720360" y="468036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54036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100360" y="468036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920360" y="540036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4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79A0DC6F-C315-4061-BBB0-88F3EF3F09B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360"/>
            <a:ext cx="1008000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-2520" y="0"/>
            <a:ext cx="10080360" cy="567036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0" y="1260360"/>
            <a:ext cx="10260000" cy="449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8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560360" y="513036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/>
            <a:fld id="{E5BA7F41-82D4-4785-8F24-0BC54DB5BCE7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440360" y="108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380360" y="396036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40360" y="108036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0" y="126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7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9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D263FA6C-565C-4002-B2B9-32B763383250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14288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2026-02-13T09:32:26Z</dcterms:created>
  <dc:creator/>
  <dc:description/>
  <dc:language>en-US</dc:language>
  <cp:lastModifiedBy/>
  <cp:revision>1</cp:revision>
  <dc:subject/>
  <dc:title>Lights</dc:title>
</cp:coreProperties>
</file>